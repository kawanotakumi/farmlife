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5243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8754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02114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7395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9063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5925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0271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48685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0784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2675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7915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472033-EBEF-4113-884E-480E233F66C8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6318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90675" y="2264228"/>
            <a:ext cx="9144000" cy="1115107"/>
          </a:xfrm>
        </p:spPr>
        <p:txBody>
          <a:bodyPr/>
          <a:lstStyle/>
          <a:p>
            <a:r>
              <a:rPr lang="en-US" altLang="ja-JP" dirty="0" err="1" smtClean="0"/>
              <a:t>FarmLife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90675" y="4880202"/>
            <a:ext cx="9144000" cy="912812"/>
          </a:xfrm>
        </p:spPr>
        <p:txBody>
          <a:bodyPr/>
          <a:lstStyle/>
          <a:p>
            <a:r>
              <a:rPr kumimoji="1" lang="en-US" altLang="ja-JP" dirty="0" err="1" smtClean="0"/>
              <a:t>UnrealEngin</a:t>
            </a:r>
            <a:r>
              <a:rPr kumimoji="1" lang="en-US" altLang="ja-JP" dirty="0" smtClean="0"/>
              <a:t> 5.5.4</a:t>
            </a:r>
          </a:p>
          <a:p>
            <a:r>
              <a:rPr lang="ja-JP" altLang="en-US" dirty="0" smtClean="0"/>
              <a:t>ジャンル　</a:t>
            </a:r>
            <a:r>
              <a:rPr lang="en-US" altLang="ja-JP" dirty="0" smtClean="0"/>
              <a:t>3D</a:t>
            </a:r>
            <a:r>
              <a:rPr lang="ja-JP" altLang="en-US" dirty="0" smtClean="0"/>
              <a:t>クリック採取ゲーム</a:t>
            </a:r>
            <a:endParaRPr lang="en-US" altLang="ja-JP" dirty="0" smtClean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9144000" y="6132352"/>
            <a:ext cx="2684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 smtClean="0"/>
              <a:t>河野　拓実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633110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ゲームの目的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畑に生成される作物を制限時間内に多く採取し、得たお金で強化することでより稼ぎやすくする</a:t>
            </a:r>
            <a:r>
              <a:rPr lang="ja-JP" altLang="en-US" dirty="0" smtClean="0"/>
              <a:t>。</a:t>
            </a:r>
            <a:endParaRPr lang="en-US" altLang="ja-JP" dirty="0" smtClean="0"/>
          </a:p>
          <a:p>
            <a:r>
              <a:rPr kumimoji="1" lang="ja-JP" altLang="en-US" dirty="0" smtClean="0"/>
              <a:t>ゲームのクリアは</a:t>
            </a:r>
            <a:r>
              <a:rPr kumimoji="1" lang="en-US" altLang="ja-JP" dirty="0" smtClean="0"/>
              <a:t>10000</a:t>
            </a:r>
            <a:r>
              <a:rPr lang="ja-JP" altLang="en-US" dirty="0" smtClean="0"/>
              <a:t>ゴールド稼ぐこと。</a:t>
            </a:r>
            <a:endParaRPr kumimoji="1" lang="en-US" altLang="ja-JP" dirty="0"/>
          </a:p>
          <a:p>
            <a:r>
              <a:rPr lang="ja-JP" altLang="en-US" dirty="0" smtClean="0"/>
              <a:t>ゲームの特色</a:t>
            </a:r>
            <a:endParaRPr lang="en-US" altLang="ja-JP" dirty="0" smtClean="0"/>
          </a:p>
          <a:p>
            <a:r>
              <a:rPr kumimoji="1" lang="ja-JP" altLang="en-US" dirty="0" smtClean="0"/>
              <a:t>３Ｄの一人称視点で、自分で移動しなければいけないので</a:t>
            </a:r>
            <a:r>
              <a:rPr lang="ja-JP" altLang="en-US" dirty="0" smtClean="0"/>
              <a:t>動き方によってどのくらい稼げるのか変わってくるところ。</a:t>
            </a:r>
            <a:endParaRPr kumimoji="1" lang="en-US" altLang="ja-JP" dirty="0" smtClean="0"/>
          </a:p>
        </p:txBody>
      </p:sp>
    </p:spTree>
    <p:extLst>
      <p:ext uri="{BB962C8B-B14F-4D97-AF65-F5344CB8AC3E}">
        <p14:creationId xmlns:p14="http://schemas.microsoft.com/office/powerpoint/2010/main" val="38112465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ゲームの大まかな動き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 smtClean="0"/>
              <a:t>採取パートと強化パートがある</a:t>
            </a:r>
            <a:endParaRPr lang="en-US" altLang="ja-JP" dirty="0" smtClean="0"/>
          </a:p>
          <a:p>
            <a:r>
              <a:rPr lang="ja-JP" altLang="en-US" dirty="0" smtClean="0"/>
              <a:t>作物を殴ることで採取し、</a:t>
            </a:r>
            <a:endParaRPr lang="en-US" altLang="ja-JP" dirty="0" smtClean="0"/>
          </a:p>
          <a:p>
            <a:endParaRPr lang="en-US" altLang="ja-JP" dirty="0"/>
          </a:p>
          <a:p>
            <a:r>
              <a:rPr lang="ja-JP" altLang="en-US" dirty="0" smtClean="0"/>
              <a:t>採取をするための畑と強化をするための小屋がマップにある</a:t>
            </a:r>
            <a:endParaRPr lang="en-US" altLang="ja-JP" dirty="0" smtClean="0"/>
          </a:p>
          <a:p>
            <a:endParaRPr kumimoji="1" lang="en-US" altLang="ja-JP" dirty="0"/>
          </a:p>
          <a:p>
            <a:r>
              <a:rPr kumimoji="1" lang="ja-JP" altLang="en-US" dirty="0" smtClean="0"/>
              <a:t>クリア目標</a:t>
            </a:r>
            <a:endParaRPr kumimoji="1" lang="en-US" altLang="ja-JP" dirty="0" smtClean="0"/>
          </a:p>
          <a:p>
            <a:r>
              <a:rPr lang="en-US" altLang="ja-JP" dirty="0" smtClean="0"/>
              <a:t>10000</a:t>
            </a:r>
            <a:r>
              <a:rPr lang="ja-JP" altLang="en-US" dirty="0" smtClean="0"/>
              <a:t>ゴールド稼ぎ、家を買うというパークを取得することでクリア</a:t>
            </a:r>
            <a:endParaRPr lang="en-US" altLang="ja-JP" dirty="0" smtClean="0"/>
          </a:p>
        </p:txBody>
      </p:sp>
    </p:spTree>
    <p:extLst>
      <p:ext uri="{BB962C8B-B14F-4D97-AF65-F5344CB8AC3E}">
        <p14:creationId xmlns:p14="http://schemas.microsoft.com/office/powerpoint/2010/main" val="1657554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採取パート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 smtClean="0"/>
              <a:t>10×10</a:t>
            </a:r>
            <a:r>
              <a:rPr lang="ja-JP" altLang="en-US" dirty="0" smtClean="0"/>
              <a:t>のグリッドがあり、各グリッドにランダムな場所に作物が生成される。</a:t>
            </a:r>
            <a:endParaRPr lang="en-US" altLang="ja-JP" dirty="0" smtClean="0"/>
          </a:p>
          <a:p>
            <a:r>
              <a:rPr lang="ja-JP" altLang="en-US" dirty="0" smtClean="0"/>
              <a:t>作物を採取した時点でお金を入手することができる。</a:t>
            </a:r>
            <a:endParaRPr lang="en-US" altLang="ja-JP" dirty="0" smtClean="0"/>
          </a:p>
          <a:p>
            <a:r>
              <a:rPr lang="ja-JP" altLang="en-US" dirty="0" smtClean="0"/>
              <a:t>制限時間を過ぎると畑の目の前にテレポートする。</a:t>
            </a:r>
            <a:endParaRPr kumimoji="1" lang="ja-JP" altLang="en-US" dirty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838200" y="4412343"/>
            <a:ext cx="498202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 smtClean="0"/>
              <a:t>初期の畑のステータス</a:t>
            </a:r>
            <a:endParaRPr kumimoji="1" lang="en-US" altLang="ja-JP" sz="2800" dirty="0" smtClean="0"/>
          </a:p>
          <a:p>
            <a:r>
              <a:rPr lang="ja-JP" altLang="en-US" sz="2800" dirty="0" smtClean="0"/>
              <a:t>・制限時間　</a:t>
            </a:r>
            <a:r>
              <a:rPr lang="en-US" altLang="ja-JP" sz="2800" dirty="0" smtClean="0"/>
              <a:t>5</a:t>
            </a:r>
            <a:r>
              <a:rPr lang="ja-JP" altLang="en-US" sz="2800" dirty="0" smtClean="0"/>
              <a:t>秒</a:t>
            </a:r>
            <a:endParaRPr lang="en-US" altLang="ja-JP" sz="2800" dirty="0" smtClean="0"/>
          </a:p>
          <a:p>
            <a:r>
              <a:rPr lang="ja-JP" altLang="en-US" sz="2800" dirty="0"/>
              <a:t>・</a:t>
            </a:r>
            <a:r>
              <a:rPr lang="ja-JP" altLang="en-US" sz="2800" dirty="0" smtClean="0"/>
              <a:t>最大個数　</a:t>
            </a:r>
            <a:r>
              <a:rPr lang="en-US" altLang="ja-JP" sz="2800" smtClean="0"/>
              <a:t>10</a:t>
            </a:r>
            <a:r>
              <a:rPr lang="ja-JP" altLang="en-US" sz="2800" smtClean="0"/>
              <a:t>個</a:t>
            </a:r>
            <a:endParaRPr lang="en-US" altLang="ja-JP" sz="2800" dirty="0" smtClean="0"/>
          </a:p>
          <a:p>
            <a:r>
              <a:rPr lang="ja-JP" altLang="en-US" sz="2800" dirty="0" smtClean="0"/>
              <a:t>・出現する作物　カブ</a:t>
            </a:r>
            <a:endParaRPr lang="en-US" altLang="ja-JP" sz="2800" dirty="0"/>
          </a:p>
          <a:p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49062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強化パート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kumimoji="1" lang="ja-JP" altLang="en-US" dirty="0" smtClean="0"/>
              <a:t>採取パートで得たお金を使ってパークを購入することができる</a:t>
            </a:r>
            <a:endParaRPr lang="en-US" altLang="ja-JP" dirty="0"/>
          </a:p>
          <a:p>
            <a:endParaRPr lang="en-US" altLang="ja-JP" dirty="0" smtClean="0"/>
          </a:p>
          <a:p>
            <a:r>
              <a:rPr lang="ja-JP" altLang="en-US" dirty="0" smtClean="0"/>
              <a:t>より価値のある作物や、作物の価値を</a:t>
            </a:r>
            <a:r>
              <a:rPr lang="en-US" altLang="ja-JP" dirty="0" smtClean="0"/>
              <a:t>2</a:t>
            </a:r>
            <a:r>
              <a:rPr lang="ja-JP" altLang="en-US" dirty="0" smtClean="0"/>
              <a:t>倍にするなど、さまざまなパークがある</a:t>
            </a:r>
            <a:endParaRPr lang="en-US" altLang="ja-JP" dirty="0" smtClean="0"/>
          </a:p>
          <a:p>
            <a:endParaRPr lang="en-US" altLang="ja-JP" dirty="0"/>
          </a:p>
          <a:p>
            <a:r>
              <a:rPr lang="ja-JP" altLang="en-US" dirty="0" smtClean="0"/>
              <a:t>例</a:t>
            </a:r>
            <a:endParaRPr lang="en-US" altLang="ja-JP" dirty="0" smtClean="0"/>
          </a:p>
          <a:p>
            <a:r>
              <a:rPr lang="ja-JP" altLang="en-US" dirty="0" smtClean="0"/>
              <a:t>作物追加　ナス、</a:t>
            </a:r>
            <a:r>
              <a:rPr lang="ja-JP" altLang="en-US" dirty="0" smtClean="0"/>
              <a:t>トマト</a:t>
            </a:r>
            <a:endParaRPr lang="en-US" altLang="ja-JP" dirty="0" smtClean="0"/>
          </a:p>
          <a:p>
            <a:r>
              <a:rPr lang="ja-JP" altLang="en-US" dirty="0" smtClean="0"/>
              <a:t>制限時間</a:t>
            </a:r>
            <a:r>
              <a:rPr lang="en-US" altLang="ja-JP" dirty="0" smtClean="0"/>
              <a:t>+1/s</a:t>
            </a:r>
            <a:endParaRPr lang="en-US" altLang="ja-JP" dirty="0" smtClean="0"/>
          </a:p>
          <a:p>
            <a:r>
              <a:rPr lang="ja-JP" altLang="en-US" dirty="0" smtClean="0"/>
              <a:t>作物の価値</a:t>
            </a:r>
            <a:r>
              <a:rPr lang="en-US" altLang="ja-JP" dirty="0" smtClean="0"/>
              <a:t>2</a:t>
            </a:r>
            <a:r>
              <a:rPr lang="ja-JP" altLang="en-US" dirty="0" smtClean="0"/>
              <a:t>倍</a:t>
            </a:r>
            <a:endParaRPr lang="en-US" altLang="ja-JP" dirty="0" smtClean="0"/>
          </a:p>
          <a:p>
            <a:r>
              <a:rPr lang="ja-JP" altLang="en-US" dirty="0" smtClean="0"/>
              <a:t>最大出現数</a:t>
            </a:r>
            <a:r>
              <a:rPr lang="en-US" altLang="ja-JP" dirty="0" smtClean="0"/>
              <a:t>+5</a:t>
            </a:r>
            <a:r>
              <a:rPr lang="ja-JP" altLang="en-US" dirty="0" smtClean="0"/>
              <a:t>　　など</a:t>
            </a:r>
            <a:endParaRPr lang="en-US" altLang="ja-JP" dirty="0" smtClean="0"/>
          </a:p>
        </p:txBody>
      </p:sp>
    </p:spTree>
    <p:extLst>
      <p:ext uri="{BB962C8B-B14F-4D97-AF65-F5344CB8AC3E}">
        <p14:creationId xmlns:p14="http://schemas.microsoft.com/office/powerpoint/2010/main" val="1600696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219</Words>
  <Application>Microsoft Office PowerPoint</Application>
  <PresentationFormat>ワイド画面</PresentationFormat>
  <Paragraphs>35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FarmLife</vt:lpstr>
      <vt:lpstr>ゲームの目的</vt:lpstr>
      <vt:lpstr>ゲームの大まかな動き</vt:lpstr>
      <vt:lpstr>採取パート</vt:lpstr>
      <vt:lpstr>強化パート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FarmLife</dc:title>
  <dc:creator>GA3</dc:creator>
  <cp:lastModifiedBy>GA3</cp:lastModifiedBy>
  <cp:revision>9</cp:revision>
  <dcterms:created xsi:type="dcterms:W3CDTF">2026-04-13T02:03:25Z</dcterms:created>
  <dcterms:modified xsi:type="dcterms:W3CDTF">2026-04-14T03:44:02Z</dcterms:modified>
</cp:coreProperties>
</file>