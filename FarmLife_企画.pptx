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2" r:id="rId6"/>
    <p:sldId id="260" r:id="rId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6" d="100"/>
          <a:sy n="106" d="100"/>
        </p:scale>
        <p:origin x="73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825243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1987549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2802114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2026/4/18</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557395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14472033-EBEF-4113-884E-480E233F66C8}" type="datetimeFigureOut">
              <a:rPr kumimoji="1" lang="ja-JP" altLang="en-US" smtClean="0"/>
              <a:t>2026/4/18</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4090636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14472033-EBEF-4113-884E-480E233F66C8}" type="datetimeFigureOut">
              <a:rPr kumimoji="1" lang="ja-JP" altLang="en-US" smtClean="0"/>
              <a:t>2026/4/18</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5759259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14472033-EBEF-4113-884E-480E233F66C8}" type="datetimeFigureOut">
              <a:rPr kumimoji="1" lang="ja-JP" altLang="en-US" smtClean="0"/>
              <a:t>2026/4/18</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1202712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2026/4/18</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524868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2026/4/18</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940784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0226751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2026/4/18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1779155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4472033-EBEF-4113-884E-480E233F66C8}" type="datetimeFigureOut">
              <a:rPr kumimoji="1" lang="ja-JP" altLang="en-US" smtClean="0"/>
              <a:t>2026/4/18</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7063180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90675" y="2264228"/>
            <a:ext cx="9144000" cy="1115107"/>
          </a:xfrm>
        </p:spPr>
        <p:txBody>
          <a:bodyPr/>
          <a:lstStyle/>
          <a:p>
            <a:r>
              <a:rPr lang="en-US" altLang="ja-JP" dirty="0" err="1"/>
              <a:t>FarmLife</a:t>
            </a:r>
            <a:endParaRPr kumimoji="1" lang="ja-JP" altLang="en-US" dirty="0"/>
          </a:p>
        </p:txBody>
      </p:sp>
      <p:sp>
        <p:nvSpPr>
          <p:cNvPr id="3" name="サブタイトル 2"/>
          <p:cNvSpPr>
            <a:spLocks noGrp="1"/>
          </p:cNvSpPr>
          <p:nvPr>
            <p:ph type="subTitle" idx="1"/>
          </p:nvPr>
        </p:nvSpPr>
        <p:spPr>
          <a:xfrm>
            <a:off x="1590675" y="4880202"/>
            <a:ext cx="9144000" cy="912812"/>
          </a:xfrm>
        </p:spPr>
        <p:txBody>
          <a:bodyPr/>
          <a:lstStyle/>
          <a:p>
            <a:r>
              <a:rPr kumimoji="1" lang="en-US" altLang="ja-JP" dirty="0" err="1"/>
              <a:t>UnrealEngin</a:t>
            </a:r>
            <a:r>
              <a:rPr kumimoji="1" lang="en-US" altLang="ja-JP" dirty="0"/>
              <a:t> 5.5.4</a:t>
            </a:r>
          </a:p>
          <a:p>
            <a:r>
              <a:rPr lang="ja-JP" altLang="en-US" dirty="0"/>
              <a:t>ジャンル　</a:t>
            </a:r>
            <a:r>
              <a:rPr lang="en-US" altLang="ja-JP" dirty="0"/>
              <a:t>3D</a:t>
            </a:r>
            <a:r>
              <a:rPr lang="ja-JP" altLang="en-US" dirty="0"/>
              <a:t>クリック採取ゲーム</a:t>
            </a:r>
            <a:endParaRPr lang="en-US" altLang="ja-JP" dirty="0"/>
          </a:p>
        </p:txBody>
      </p:sp>
      <p:sp>
        <p:nvSpPr>
          <p:cNvPr id="4" name="テキスト ボックス 3"/>
          <p:cNvSpPr txBox="1"/>
          <p:nvPr/>
        </p:nvSpPr>
        <p:spPr>
          <a:xfrm>
            <a:off x="9144000" y="6132352"/>
            <a:ext cx="2684477" cy="369332"/>
          </a:xfrm>
          <a:prstGeom prst="rect">
            <a:avLst/>
          </a:prstGeom>
          <a:noFill/>
        </p:spPr>
        <p:txBody>
          <a:bodyPr wrap="square" rtlCol="0">
            <a:spAutoFit/>
          </a:bodyPr>
          <a:lstStyle/>
          <a:p>
            <a:r>
              <a:rPr lang="ja-JP" altLang="en-US" dirty="0"/>
              <a:t>河野　拓実</a:t>
            </a:r>
            <a:endParaRPr kumimoji="1" lang="ja-JP" altLang="en-US" dirty="0"/>
          </a:p>
        </p:txBody>
      </p:sp>
    </p:spTree>
    <p:extLst>
      <p:ext uri="{BB962C8B-B14F-4D97-AF65-F5344CB8AC3E}">
        <p14:creationId xmlns:p14="http://schemas.microsoft.com/office/powerpoint/2010/main" val="12633110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ゲームの目的</a:t>
            </a:r>
          </a:p>
        </p:txBody>
      </p:sp>
      <p:sp>
        <p:nvSpPr>
          <p:cNvPr id="3" name="コンテンツ プレースホルダー 2"/>
          <p:cNvSpPr>
            <a:spLocks noGrp="1"/>
          </p:cNvSpPr>
          <p:nvPr>
            <p:ph idx="1"/>
          </p:nvPr>
        </p:nvSpPr>
        <p:spPr>
          <a:xfrm>
            <a:off x="838200" y="1526796"/>
            <a:ext cx="10515600" cy="4666945"/>
          </a:xfrm>
        </p:spPr>
        <p:txBody>
          <a:bodyPr>
            <a:normAutofit/>
          </a:bodyPr>
          <a:lstStyle/>
          <a:p>
            <a:r>
              <a:rPr kumimoji="1" lang="ja-JP" altLang="en-US" dirty="0"/>
              <a:t>畑に生成される作物を制限時間内に多く採取し、得たお金で自身を強化することでより稼ぎやすくする</a:t>
            </a:r>
            <a:r>
              <a:rPr lang="ja-JP" altLang="en-US" dirty="0"/>
              <a:t>。</a:t>
            </a:r>
            <a:endParaRPr lang="en-US" altLang="ja-JP" dirty="0"/>
          </a:p>
          <a:p>
            <a:endParaRPr lang="en-US" altLang="ja-JP" dirty="0"/>
          </a:p>
          <a:p>
            <a:r>
              <a:rPr lang="ja-JP" altLang="en-US" dirty="0"/>
              <a:t>クリア目標</a:t>
            </a:r>
            <a:endParaRPr lang="en-US" altLang="ja-JP" dirty="0"/>
          </a:p>
          <a:p>
            <a:r>
              <a:rPr lang="en-US" altLang="ja-JP" dirty="0"/>
              <a:t>10000</a:t>
            </a:r>
            <a:r>
              <a:rPr lang="ja-JP" altLang="en-US" dirty="0"/>
              <a:t>ゴールド稼ぎ、家を完全修理というパークを取得することでクリア</a:t>
            </a:r>
            <a:endParaRPr lang="en-US" altLang="ja-JP" dirty="0"/>
          </a:p>
          <a:p>
            <a:r>
              <a:rPr lang="ja-JP" altLang="en-US" dirty="0"/>
              <a:t>クリア時点の経過時間、採取した作物の合計個数でスコアが決まりランク付けされる。早く、少ない個数でクリアするほど高得点を得れる</a:t>
            </a:r>
            <a:endParaRPr lang="en-US" altLang="ja-JP" dirty="0"/>
          </a:p>
          <a:p>
            <a:endParaRPr kumimoji="1" lang="en-US" altLang="ja-JP" dirty="0"/>
          </a:p>
        </p:txBody>
      </p:sp>
    </p:spTree>
    <p:extLst>
      <p:ext uri="{BB962C8B-B14F-4D97-AF65-F5344CB8AC3E}">
        <p14:creationId xmlns:p14="http://schemas.microsoft.com/office/powerpoint/2010/main" val="38112465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ゲームの大まかな動き</a:t>
            </a:r>
          </a:p>
        </p:txBody>
      </p:sp>
      <p:sp>
        <p:nvSpPr>
          <p:cNvPr id="3" name="コンテンツ プレースホルダー 2"/>
          <p:cNvSpPr>
            <a:spLocks noGrp="1"/>
          </p:cNvSpPr>
          <p:nvPr>
            <p:ph idx="1"/>
          </p:nvPr>
        </p:nvSpPr>
        <p:spPr>
          <a:xfrm>
            <a:off x="838200" y="1490065"/>
            <a:ext cx="10515600" cy="3383940"/>
          </a:xfrm>
        </p:spPr>
        <p:txBody>
          <a:bodyPr>
            <a:normAutofit/>
          </a:bodyPr>
          <a:lstStyle/>
          <a:p>
            <a:r>
              <a:rPr lang="ja-JP" altLang="en-US" dirty="0"/>
              <a:t>購入</a:t>
            </a:r>
            <a:r>
              <a:rPr kumimoji="1" lang="ja-JP" altLang="en-US" dirty="0"/>
              <a:t>パートでパークを購入して自分を強化していく。</a:t>
            </a:r>
            <a:endParaRPr kumimoji="1" lang="en-US" altLang="ja-JP" dirty="0"/>
          </a:p>
          <a:p>
            <a:r>
              <a:rPr lang="ja-JP" altLang="en-US" dirty="0"/>
              <a:t>採取する鍬の耐久値がなくなったらお金を消費して新しく買わなければならない</a:t>
            </a:r>
            <a:endParaRPr lang="en-US" altLang="ja-JP" dirty="0"/>
          </a:p>
          <a:p>
            <a:r>
              <a:rPr lang="ja-JP" altLang="en-US" dirty="0"/>
              <a:t>鍬が壊れている状態で新しい鍬が買えない場合ゲームオーバーになる。</a:t>
            </a:r>
            <a:endParaRPr kumimoji="1" lang="en-US" altLang="ja-JP" dirty="0"/>
          </a:p>
          <a:p>
            <a:endParaRPr kumimoji="1" lang="en-US" altLang="ja-JP" dirty="0"/>
          </a:p>
        </p:txBody>
      </p:sp>
      <p:sp>
        <p:nvSpPr>
          <p:cNvPr id="4" name="正方形/長方形 3">
            <a:extLst>
              <a:ext uri="{FF2B5EF4-FFF2-40B4-BE49-F238E27FC236}">
                <a16:creationId xmlns:a16="http://schemas.microsoft.com/office/drawing/2014/main" id="{1B9A147A-8F59-CEFA-CC2A-93699956386C}"/>
              </a:ext>
            </a:extLst>
          </p:cNvPr>
          <p:cNvSpPr/>
          <p:nvPr/>
        </p:nvSpPr>
        <p:spPr>
          <a:xfrm>
            <a:off x="995881" y="4874005"/>
            <a:ext cx="2109458" cy="1689757"/>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t>採取パート</a:t>
            </a:r>
          </a:p>
        </p:txBody>
      </p:sp>
      <p:sp>
        <p:nvSpPr>
          <p:cNvPr id="9" name="正方形/長方形 8">
            <a:extLst>
              <a:ext uri="{FF2B5EF4-FFF2-40B4-BE49-F238E27FC236}">
                <a16:creationId xmlns:a16="http://schemas.microsoft.com/office/drawing/2014/main" id="{A7333689-DC3C-3E7F-DA67-4749C70D7186}"/>
              </a:ext>
            </a:extLst>
          </p:cNvPr>
          <p:cNvSpPr/>
          <p:nvPr/>
        </p:nvSpPr>
        <p:spPr>
          <a:xfrm>
            <a:off x="7852373" y="4874005"/>
            <a:ext cx="2109458" cy="1689757"/>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t>購入</a:t>
            </a:r>
            <a:r>
              <a:rPr kumimoji="1" lang="ja-JP" altLang="en-US" sz="2400" dirty="0"/>
              <a:t>パート</a:t>
            </a:r>
          </a:p>
        </p:txBody>
      </p:sp>
      <p:cxnSp>
        <p:nvCxnSpPr>
          <p:cNvPr id="14" name="直線矢印コネクタ 13">
            <a:extLst>
              <a:ext uri="{FF2B5EF4-FFF2-40B4-BE49-F238E27FC236}">
                <a16:creationId xmlns:a16="http://schemas.microsoft.com/office/drawing/2014/main" id="{78FF2947-0A4E-7296-C9B9-C2CF2B649433}"/>
              </a:ext>
            </a:extLst>
          </p:cNvPr>
          <p:cNvCxnSpPr>
            <a:cxnSpLocks/>
          </p:cNvCxnSpPr>
          <p:nvPr/>
        </p:nvCxnSpPr>
        <p:spPr>
          <a:xfrm>
            <a:off x="3105339" y="6138250"/>
            <a:ext cx="4747034" cy="0"/>
          </a:xfrm>
          <a:prstGeom prst="straightConnector1">
            <a:avLst/>
          </a:prstGeom>
          <a:ln w="38100">
            <a:solidFill>
              <a:schemeClr val="tx1">
                <a:lumMod val="95000"/>
                <a:lumOff val="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矢印: 左カーブ 15">
            <a:extLst>
              <a:ext uri="{FF2B5EF4-FFF2-40B4-BE49-F238E27FC236}">
                <a16:creationId xmlns:a16="http://schemas.microsoft.com/office/drawing/2014/main" id="{EBA0A7A7-1218-CB5C-57A6-30D1E77A40B0}"/>
              </a:ext>
            </a:extLst>
          </p:cNvPr>
          <p:cNvSpPr/>
          <p:nvPr/>
        </p:nvSpPr>
        <p:spPr>
          <a:xfrm>
            <a:off x="3105339" y="5217577"/>
            <a:ext cx="660903" cy="334204"/>
          </a:xfrm>
          <a:prstGeom prst="curvedLeftArrow">
            <a:avLst/>
          </a:prstGeom>
          <a:solidFill>
            <a:schemeClr val="tx1">
              <a:lumMod val="95000"/>
              <a:lumOff val="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テキスト ボックス 16">
            <a:extLst>
              <a:ext uri="{FF2B5EF4-FFF2-40B4-BE49-F238E27FC236}">
                <a16:creationId xmlns:a16="http://schemas.microsoft.com/office/drawing/2014/main" id="{DD299686-EA69-FFF5-ABA1-813111544455}"/>
              </a:ext>
            </a:extLst>
          </p:cNvPr>
          <p:cNvSpPr txBox="1"/>
          <p:nvPr/>
        </p:nvSpPr>
        <p:spPr>
          <a:xfrm>
            <a:off x="3847723" y="4874005"/>
            <a:ext cx="2248277" cy="923330"/>
          </a:xfrm>
          <a:prstGeom prst="rect">
            <a:avLst/>
          </a:prstGeom>
          <a:noFill/>
        </p:spPr>
        <p:txBody>
          <a:bodyPr wrap="square" rtlCol="0">
            <a:spAutoFit/>
          </a:bodyPr>
          <a:lstStyle/>
          <a:p>
            <a:r>
              <a:rPr kumimoji="1" lang="ja-JP" altLang="en-US" dirty="0"/>
              <a:t>鍬があるならそのまま採取を続行することもできる。</a:t>
            </a:r>
          </a:p>
        </p:txBody>
      </p:sp>
    </p:spTree>
    <p:extLst>
      <p:ext uri="{BB962C8B-B14F-4D97-AF65-F5344CB8AC3E}">
        <p14:creationId xmlns:p14="http://schemas.microsoft.com/office/powerpoint/2010/main" val="1657554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採取パート</a:t>
            </a:r>
          </a:p>
        </p:txBody>
      </p:sp>
      <p:sp>
        <p:nvSpPr>
          <p:cNvPr id="3" name="コンテンツ プレースホルダー 2"/>
          <p:cNvSpPr>
            <a:spLocks noGrp="1"/>
          </p:cNvSpPr>
          <p:nvPr>
            <p:ph idx="1"/>
          </p:nvPr>
        </p:nvSpPr>
        <p:spPr>
          <a:xfrm>
            <a:off x="838200" y="1540399"/>
            <a:ext cx="10515600" cy="4351338"/>
          </a:xfrm>
        </p:spPr>
        <p:txBody>
          <a:bodyPr/>
          <a:lstStyle/>
          <a:p>
            <a:r>
              <a:rPr lang="ja-JP" altLang="en-US" dirty="0"/>
              <a:t>畑の中のランダムな場所に作物が生成される。</a:t>
            </a:r>
            <a:endParaRPr lang="en-US" altLang="ja-JP" dirty="0"/>
          </a:p>
          <a:p>
            <a:r>
              <a:rPr lang="ja-JP" altLang="en-US" dirty="0"/>
              <a:t>作物を採取した時点でお金を入手することができる。</a:t>
            </a:r>
            <a:endParaRPr lang="en-US" altLang="ja-JP" dirty="0"/>
          </a:p>
          <a:p>
            <a:r>
              <a:rPr lang="ja-JP" altLang="en-US" dirty="0"/>
              <a:t>作物にも種類があり、通常の作物、悪い色の作物、爆発する作物など</a:t>
            </a:r>
            <a:endParaRPr lang="en-US" altLang="ja-JP" dirty="0"/>
          </a:p>
          <a:p>
            <a:r>
              <a:rPr lang="ja-JP" altLang="en-US" dirty="0"/>
              <a:t>作物の出現時間を過ぎると畑の作物がすべて</a:t>
            </a:r>
            <a:r>
              <a:rPr lang="ja-JP" altLang="en-US"/>
              <a:t>消える。出現時間が過ぎるまで畑からは出られない</a:t>
            </a:r>
            <a:endParaRPr kumimoji="1" lang="ja-JP" altLang="en-US" dirty="0"/>
          </a:p>
        </p:txBody>
      </p:sp>
      <p:sp>
        <p:nvSpPr>
          <p:cNvPr id="4" name="テキスト ボックス 3"/>
          <p:cNvSpPr txBox="1"/>
          <p:nvPr/>
        </p:nvSpPr>
        <p:spPr>
          <a:xfrm>
            <a:off x="6304749" y="5380672"/>
            <a:ext cx="5980804" cy="1477328"/>
          </a:xfrm>
          <a:prstGeom prst="rect">
            <a:avLst/>
          </a:prstGeom>
          <a:noFill/>
        </p:spPr>
        <p:txBody>
          <a:bodyPr wrap="square" rtlCol="0">
            <a:spAutoFit/>
          </a:bodyPr>
          <a:lstStyle/>
          <a:p>
            <a:r>
              <a:rPr kumimoji="1" lang="ja-JP" altLang="en-US" dirty="0"/>
              <a:t>初期の畑のステータス（仮）</a:t>
            </a:r>
            <a:endParaRPr kumimoji="1" lang="en-US" altLang="ja-JP" dirty="0"/>
          </a:p>
          <a:p>
            <a:r>
              <a:rPr lang="ja-JP" altLang="en-US" dirty="0"/>
              <a:t>・出現時間　  </a:t>
            </a:r>
            <a:r>
              <a:rPr lang="en-US" altLang="ja-JP" dirty="0"/>
              <a:t>5</a:t>
            </a:r>
            <a:r>
              <a:rPr lang="ja-JP" altLang="en-US" dirty="0"/>
              <a:t>秒</a:t>
            </a:r>
            <a:endParaRPr lang="en-US" altLang="ja-JP" dirty="0"/>
          </a:p>
          <a:p>
            <a:r>
              <a:rPr lang="ja-JP" altLang="en-US" dirty="0"/>
              <a:t>・最大個数　</a:t>
            </a:r>
            <a:r>
              <a:rPr lang="en-US" altLang="ja-JP" dirty="0"/>
              <a:t>10</a:t>
            </a:r>
            <a:r>
              <a:rPr lang="ja-JP" altLang="en-US" dirty="0"/>
              <a:t>個</a:t>
            </a:r>
            <a:endParaRPr lang="en-US" altLang="ja-JP" dirty="0"/>
          </a:p>
          <a:p>
            <a:r>
              <a:rPr lang="ja-JP" altLang="en-US" dirty="0"/>
              <a:t>・出現する作物　　通常のカブ</a:t>
            </a:r>
            <a:r>
              <a:rPr lang="en-US" altLang="ja-JP" dirty="0"/>
              <a:t>(</a:t>
            </a:r>
            <a:r>
              <a:rPr lang="ja-JP" altLang="en-US" dirty="0"/>
              <a:t>価値 </a:t>
            </a:r>
            <a:r>
              <a:rPr lang="en-US" altLang="ja-JP" dirty="0"/>
              <a:t>:  2G,</a:t>
            </a:r>
            <a:r>
              <a:rPr lang="ja-JP" altLang="en-US" dirty="0"/>
              <a:t>作物体力 </a:t>
            </a:r>
            <a:r>
              <a:rPr lang="en-US" altLang="ja-JP" dirty="0"/>
              <a:t>: 3)</a:t>
            </a:r>
          </a:p>
          <a:p>
            <a:r>
              <a:rPr lang="ja-JP" altLang="en-US" dirty="0"/>
              <a:t>　　　　　　　　悪い色のカブ</a:t>
            </a:r>
            <a:r>
              <a:rPr lang="en-US" altLang="ja-JP" dirty="0"/>
              <a:t>(</a:t>
            </a:r>
            <a:r>
              <a:rPr lang="ja-JP" altLang="en-US" dirty="0"/>
              <a:t>価値 </a:t>
            </a:r>
            <a:r>
              <a:rPr lang="en-US" altLang="ja-JP" dirty="0"/>
              <a:t>: -1G,</a:t>
            </a:r>
            <a:r>
              <a:rPr lang="ja-JP" altLang="en-US" dirty="0"/>
              <a:t>作物体力 </a:t>
            </a:r>
            <a:r>
              <a:rPr lang="en-US" altLang="ja-JP" dirty="0"/>
              <a:t>: 2)</a:t>
            </a:r>
          </a:p>
        </p:txBody>
      </p:sp>
    </p:spTree>
    <p:extLst>
      <p:ext uri="{BB962C8B-B14F-4D97-AF65-F5344CB8AC3E}">
        <p14:creationId xmlns:p14="http://schemas.microsoft.com/office/powerpoint/2010/main" val="2490625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作物の種類</a:t>
            </a:r>
          </a:p>
        </p:txBody>
      </p:sp>
      <p:sp>
        <p:nvSpPr>
          <p:cNvPr id="3" name="コンテンツ プレースホルダー 2"/>
          <p:cNvSpPr>
            <a:spLocks noGrp="1"/>
          </p:cNvSpPr>
          <p:nvPr>
            <p:ph idx="1"/>
          </p:nvPr>
        </p:nvSpPr>
        <p:spPr>
          <a:xfrm>
            <a:off x="593756" y="1567752"/>
            <a:ext cx="10515600" cy="3308438"/>
          </a:xfrm>
        </p:spPr>
        <p:txBody>
          <a:bodyPr>
            <a:normAutofit fontScale="92500"/>
          </a:bodyPr>
          <a:lstStyle/>
          <a:p>
            <a:r>
              <a:rPr kumimoji="1" lang="ja-JP" altLang="en-US" dirty="0"/>
              <a:t>通常の作物・・・普通の作物で、どの鍬でも採取可能</a:t>
            </a:r>
            <a:endParaRPr kumimoji="1" lang="en-US" altLang="ja-JP" dirty="0"/>
          </a:p>
          <a:p>
            <a:pPr marL="0" indent="0">
              <a:buNone/>
            </a:pPr>
            <a:endParaRPr lang="en-US" altLang="ja-JP" dirty="0"/>
          </a:p>
          <a:p>
            <a:r>
              <a:rPr lang="ja-JP" altLang="en-US" dirty="0"/>
              <a:t>悪い色の作物・・・色の暗い作物で、黒い鍬以外ではお金が減る</a:t>
            </a:r>
            <a:endParaRPr lang="en-US" altLang="ja-JP" dirty="0"/>
          </a:p>
          <a:p>
            <a:pPr marL="0" indent="0">
              <a:buNone/>
            </a:pPr>
            <a:endParaRPr kumimoji="1" lang="en-US" altLang="ja-JP" dirty="0"/>
          </a:p>
          <a:p>
            <a:r>
              <a:rPr kumimoji="1" lang="ja-JP" altLang="en-US" dirty="0"/>
              <a:t>爆発する作物・・・普通の作物に似ているが</a:t>
            </a:r>
            <a:r>
              <a:rPr lang="ja-JP" altLang="en-US" dirty="0"/>
              <a:t>エフェクトや</a:t>
            </a:r>
            <a:r>
              <a:rPr kumimoji="1" lang="ja-JP" altLang="en-US" dirty="0"/>
              <a:t>葉など一部の形状が違う、鋼の鍬でのみ安全に採取できる、それ以外では吹き飛ばされる</a:t>
            </a:r>
            <a:endParaRPr kumimoji="1" lang="en-US" altLang="ja-JP" dirty="0"/>
          </a:p>
        </p:txBody>
      </p:sp>
      <p:pic>
        <p:nvPicPr>
          <p:cNvPr id="5" name="グラフィックス 4" descr="りんご 単色塗りつぶし">
            <a:extLst>
              <a:ext uri="{FF2B5EF4-FFF2-40B4-BE49-F238E27FC236}">
                <a16:creationId xmlns:a16="http://schemas.microsoft.com/office/drawing/2014/main" id="{92730AF3-7E0E-C3F4-6133-08A5A515B71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82644" y="4876190"/>
            <a:ext cx="1569269" cy="1569269"/>
          </a:xfrm>
          <a:prstGeom prst="rect">
            <a:avLst/>
          </a:prstGeom>
        </p:spPr>
      </p:pic>
      <p:pic>
        <p:nvPicPr>
          <p:cNvPr id="6" name="グラフィックス 5" descr="りんご 単色塗りつぶし">
            <a:extLst>
              <a:ext uri="{FF2B5EF4-FFF2-40B4-BE49-F238E27FC236}">
                <a16:creationId xmlns:a16="http://schemas.microsoft.com/office/drawing/2014/main" id="{DCA9F694-667F-B247-0477-1B9D03C5C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98300" y="4882110"/>
            <a:ext cx="1569269" cy="1569269"/>
          </a:xfrm>
          <a:prstGeom prst="rect">
            <a:avLst/>
          </a:prstGeom>
        </p:spPr>
      </p:pic>
      <p:pic>
        <p:nvPicPr>
          <p:cNvPr id="7" name="グラフィックス 6" descr="りんご 単色塗りつぶし">
            <a:extLst>
              <a:ext uri="{FF2B5EF4-FFF2-40B4-BE49-F238E27FC236}">
                <a16:creationId xmlns:a16="http://schemas.microsoft.com/office/drawing/2014/main" id="{C05A9474-4B00-52AA-A0AE-9A737C1B1A9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2490" y="4876190"/>
            <a:ext cx="1569269" cy="1569269"/>
          </a:xfrm>
          <a:prstGeom prst="rect">
            <a:avLst/>
          </a:prstGeom>
        </p:spPr>
      </p:pic>
    </p:spTree>
    <p:extLst>
      <p:ext uri="{BB962C8B-B14F-4D97-AF65-F5344CB8AC3E}">
        <p14:creationId xmlns:p14="http://schemas.microsoft.com/office/powerpoint/2010/main" val="6851277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購入</a:t>
            </a:r>
            <a:r>
              <a:rPr kumimoji="1" lang="ja-JP" altLang="en-US" dirty="0"/>
              <a:t>パート</a:t>
            </a:r>
          </a:p>
        </p:txBody>
      </p:sp>
      <p:sp>
        <p:nvSpPr>
          <p:cNvPr id="3" name="コンテンツ プレースホルダー 2"/>
          <p:cNvSpPr>
            <a:spLocks noGrp="1"/>
          </p:cNvSpPr>
          <p:nvPr>
            <p:ph idx="1"/>
          </p:nvPr>
        </p:nvSpPr>
        <p:spPr>
          <a:xfrm>
            <a:off x="838200" y="1627465"/>
            <a:ext cx="10515600" cy="2676088"/>
          </a:xfrm>
        </p:spPr>
        <p:txBody>
          <a:bodyPr>
            <a:normAutofit/>
          </a:bodyPr>
          <a:lstStyle/>
          <a:p>
            <a:r>
              <a:rPr kumimoji="1" lang="ja-JP" altLang="en-US" dirty="0"/>
              <a:t>採取パートで得たお金を使ってパークや鍬を購入することができる</a:t>
            </a:r>
            <a:endParaRPr lang="en-US" altLang="ja-JP" dirty="0"/>
          </a:p>
          <a:p>
            <a:r>
              <a:rPr lang="ja-JP" altLang="en-US" dirty="0"/>
              <a:t>より価値のある作物や、作物の価値を</a:t>
            </a:r>
            <a:r>
              <a:rPr lang="en-US" altLang="ja-JP" dirty="0"/>
              <a:t>2</a:t>
            </a:r>
            <a:r>
              <a:rPr lang="ja-JP" altLang="en-US" dirty="0"/>
              <a:t>倍にするなど、さまざまなパークがある</a:t>
            </a:r>
            <a:endParaRPr lang="en-US" altLang="ja-JP" dirty="0"/>
          </a:p>
          <a:p>
            <a:r>
              <a:rPr lang="ja-JP" altLang="en-US" dirty="0"/>
              <a:t>パークの取得にもお金を使用するので、鍬を買うためのお金と兼ね合いながらパークを開放しないといけない。</a:t>
            </a:r>
            <a:endParaRPr lang="en-US" altLang="ja-JP" dirty="0"/>
          </a:p>
        </p:txBody>
      </p:sp>
      <p:sp>
        <p:nvSpPr>
          <p:cNvPr id="4" name="正方形/長方形 3"/>
          <p:cNvSpPr/>
          <p:nvPr/>
        </p:nvSpPr>
        <p:spPr>
          <a:xfrm>
            <a:off x="992697" y="4460413"/>
            <a:ext cx="6096000" cy="1938992"/>
          </a:xfrm>
          <a:prstGeom prst="rect">
            <a:avLst/>
          </a:prstGeom>
        </p:spPr>
        <p:txBody>
          <a:bodyPr>
            <a:spAutoFit/>
          </a:bodyPr>
          <a:lstStyle/>
          <a:p>
            <a:r>
              <a:rPr lang="ja-JP" altLang="en-US" sz="2400" dirty="0"/>
              <a:t>パーク例</a:t>
            </a:r>
            <a:endParaRPr lang="en-US" altLang="ja-JP" sz="2400" dirty="0"/>
          </a:p>
          <a:p>
            <a:r>
              <a:rPr lang="ja-JP" altLang="en-US" sz="2400" dirty="0"/>
              <a:t>作物追加　ナス、トマト、キノコなど</a:t>
            </a:r>
            <a:endParaRPr lang="en-US" altLang="ja-JP" sz="2400" dirty="0"/>
          </a:p>
          <a:p>
            <a:r>
              <a:rPr lang="ja-JP" altLang="en-US" sz="2400" dirty="0"/>
              <a:t>出現時間</a:t>
            </a:r>
            <a:r>
              <a:rPr lang="en-US" altLang="ja-JP" sz="2400" dirty="0"/>
              <a:t>+1/s</a:t>
            </a:r>
          </a:p>
          <a:p>
            <a:r>
              <a:rPr lang="ja-JP" altLang="en-US" sz="2400" dirty="0"/>
              <a:t>作物の価値</a:t>
            </a:r>
            <a:r>
              <a:rPr lang="en-US" altLang="ja-JP" sz="2400" dirty="0"/>
              <a:t>2</a:t>
            </a:r>
            <a:r>
              <a:rPr lang="ja-JP" altLang="en-US" sz="2400" dirty="0"/>
              <a:t>倍</a:t>
            </a:r>
            <a:endParaRPr lang="en-US" altLang="ja-JP" sz="2400" dirty="0"/>
          </a:p>
          <a:p>
            <a:r>
              <a:rPr lang="ja-JP" altLang="en-US" sz="2400" dirty="0"/>
              <a:t>最大出現数</a:t>
            </a:r>
            <a:r>
              <a:rPr lang="en-US" altLang="ja-JP" sz="2400" dirty="0"/>
              <a:t>+5</a:t>
            </a:r>
            <a:r>
              <a:rPr lang="ja-JP" altLang="en-US" sz="2400" dirty="0"/>
              <a:t>　　など</a:t>
            </a:r>
            <a:endParaRPr lang="en-US" altLang="ja-JP" sz="2400" dirty="0"/>
          </a:p>
        </p:txBody>
      </p:sp>
    </p:spTree>
    <p:extLst>
      <p:ext uri="{BB962C8B-B14F-4D97-AF65-F5344CB8AC3E}">
        <p14:creationId xmlns:p14="http://schemas.microsoft.com/office/powerpoint/2010/main" val="160069671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234</TotalTime>
  <Words>448</Words>
  <Application>Microsoft Office PowerPoint</Application>
  <PresentationFormat>ワイド画面</PresentationFormat>
  <Paragraphs>42</Paragraphs>
  <Slides>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游ゴシック</vt:lpstr>
      <vt:lpstr>游ゴシック Light</vt:lpstr>
      <vt:lpstr>Arial</vt:lpstr>
      <vt:lpstr>Office テーマ</vt:lpstr>
      <vt:lpstr>FarmLife</vt:lpstr>
      <vt:lpstr>ゲームの目的</vt:lpstr>
      <vt:lpstr>ゲームの大まかな動き</vt:lpstr>
      <vt:lpstr>採取パート</vt:lpstr>
      <vt:lpstr>作物の種類</vt:lpstr>
      <vt:lpstr>購入パート</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FarmLife</dc:title>
  <dc:creator>GA3</dc:creator>
  <cp:lastModifiedBy>拓実 河野</cp:lastModifiedBy>
  <cp:revision>89</cp:revision>
  <dcterms:created xsi:type="dcterms:W3CDTF">2026-04-13T02:03:25Z</dcterms:created>
  <dcterms:modified xsi:type="dcterms:W3CDTF">2026-04-18T01:07:21Z</dcterms:modified>
</cp:coreProperties>
</file>