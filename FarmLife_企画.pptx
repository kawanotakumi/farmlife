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1"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2825243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2198754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2280211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1557395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3409063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1575925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1120271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3524868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1940784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1022675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14472033-EBEF-4113-884E-480E233F66C8}" type="datetimeFigureOut">
              <a:rPr kumimoji="1" lang="ja-JP" altLang="en-US" smtClean="0"/>
              <a:t>2026/4/17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3177915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472033-EBEF-4113-884E-480E233F66C8}" type="datetimeFigureOut">
              <a:rPr kumimoji="1" lang="ja-JP" altLang="en-US" smtClean="0"/>
              <a:t>2026/4/17</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0CEF0D-0C91-4D1D-ACE5-4506246EE138}" type="slidenum">
              <a:rPr kumimoji="1" lang="ja-JP" altLang="en-US" smtClean="0"/>
              <a:t>‹#›</a:t>
            </a:fld>
            <a:endParaRPr kumimoji="1" lang="ja-JP" altLang="en-US"/>
          </a:p>
        </p:txBody>
      </p:sp>
    </p:spTree>
    <p:extLst>
      <p:ext uri="{BB962C8B-B14F-4D97-AF65-F5344CB8AC3E}">
        <p14:creationId xmlns:p14="http://schemas.microsoft.com/office/powerpoint/2010/main" val="2706318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90675" y="2264228"/>
            <a:ext cx="9144000" cy="1115107"/>
          </a:xfrm>
        </p:spPr>
        <p:txBody>
          <a:bodyPr/>
          <a:lstStyle/>
          <a:p>
            <a:r>
              <a:rPr lang="en-US" altLang="ja-JP" dirty="0" err="1" smtClean="0"/>
              <a:t>FarmLife</a:t>
            </a:r>
            <a:endParaRPr kumimoji="1" lang="ja-JP" altLang="en-US" dirty="0"/>
          </a:p>
        </p:txBody>
      </p:sp>
      <p:sp>
        <p:nvSpPr>
          <p:cNvPr id="3" name="サブタイトル 2"/>
          <p:cNvSpPr>
            <a:spLocks noGrp="1"/>
          </p:cNvSpPr>
          <p:nvPr>
            <p:ph type="subTitle" idx="1"/>
          </p:nvPr>
        </p:nvSpPr>
        <p:spPr>
          <a:xfrm>
            <a:off x="1590675" y="4880202"/>
            <a:ext cx="9144000" cy="912812"/>
          </a:xfrm>
        </p:spPr>
        <p:txBody>
          <a:bodyPr/>
          <a:lstStyle/>
          <a:p>
            <a:r>
              <a:rPr kumimoji="1" lang="en-US" altLang="ja-JP" dirty="0" err="1" smtClean="0"/>
              <a:t>UnrealEngin</a:t>
            </a:r>
            <a:r>
              <a:rPr kumimoji="1" lang="en-US" altLang="ja-JP" dirty="0" smtClean="0"/>
              <a:t> 5.5.4</a:t>
            </a:r>
          </a:p>
          <a:p>
            <a:r>
              <a:rPr lang="ja-JP" altLang="en-US" dirty="0" smtClean="0"/>
              <a:t>ジャンル　</a:t>
            </a:r>
            <a:r>
              <a:rPr lang="en-US" altLang="ja-JP" dirty="0" smtClean="0"/>
              <a:t>3D</a:t>
            </a:r>
            <a:r>
              <a:rPr lang="ja-JP" altLang="en-US" dirty="0" smtClean="0"/>
              <a:t>クリック採取ゲーム</a:t>
            </a:r>
            <a:endParaRPr lang="en-US" altLang="ja-JP" dirty="0" smtClean="0"/>
          </a:p>
        </p:txBody>
      </p:sp>
      <p:sp>
        <p:nvSpPr>
          <p:cNvPr id="4" name="テキスト ボックス 3"/>
          <p:cNvSpPr txBox="1"/>
          <p:nvPr/>
        </p:nvSpPr>
        <p:spPr>
          <a:xfrm>
            <a:off x="9144000" y="6132352"/>
            <a:ext cx="2684477" cy="369332"/>
          </a:xfrm>
          <a:prstGeom prst="rect">
            <a:avLst/>
          </a:prstGeom>
          <a:noFill/>
        </p:spPr>
        <p:txBody>
          <a:bodyPr wrap="square" rtlCol="0">
            <a:spAutoFit/>
          </a:bodyPr>
          <a:lstStyle/>
          <a:p>
            <a:r>
              <a:rPr lang="ja-JP" altLang="en-US" dirty="0" smtClean="0"/>
              <a:t>河野　拓実</a:t>
            </a:r>
            <a:endParaRPr kumimoji="1" lang="ja-JP" altLang="en-US" dirty="0"/>
          </a:p>
        </p:txBody>
      </p:sp>
    </p:spTree>
    <p:extLst>
      <p:ext uri="{BB962C8B-B14F-4D97-AF65-F5344CB8AC3E}">
        <p14:creationId xmlns:p14="http://schemas.microsoft.com/office/powerpoint/2010/main" val="12633110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ゲームの目的</a:t>
            </a:r>
            <a:endParaRPr kumimoji="1" lang="ja-JP" altLang="en-US" dirty="0"/>
          </a:p>
        </p:txBody>
      </p:sp>
      <p:sp>
        <p:nvSpPr>
          <p:cNvPr id="3" name="コンテンツ プレースホルダー 2"/>
          <p:cNvSpPr>
            <a:spLocks noGrp="1"/>
          </p:cNvSpPr>
          <p:nvPr>
            <p:ph idx="1"/>
          </p:nvPr>
        </p:nvSpPr>
        <p:spPr>
          <a:xfrm>
            <a:off x="838200" y="1526796"/>
            <a:ext cx="10515600" cy="4666945"/>
          </a:xfrm>
        </p:spPr>
        <p:txBody>
          <a:bodyPr>
            <a:normAutofit fontScale="92500" lnSpcReduction="20000"/>
          </a:bodyPr>
          <a:lstStyle/>
          <a:p>
            <a:r>
              <a:rPr kumimoji="1" lang="ja-JP" altLang="en-US" dirty="0" smtClean="0"/>
              <a:t>畑に生成される作物を制限時間内に多く採取し、得たお金</a:t>
            </a:r>
            <a:r>
              <a:rPr kumimoji="1" lang="ja-JP" altLang="en-US" dirty="0" smtClean="0"/>
              <a:t>で自身を強化</a:t>
            </a:r>
            <a:r>
              <a:rPr kumimoji="1" lang="ja-JP" altLang="en-US" dirty="0" smtClean="0"/>
              <a:t>することでより稼ぎやすくする</a:t>
            </a:r>
            <a:r>
              <a:rPr lang="ja-JP" altLang="en-US" dirty="0" smtClean="0"/>
              <a:t>。</a:t>
            </a:r>
            <a:endParaRPr lang="en-US" altLang="ja-JP" dirty="0" smtClean="0"/>
          </a:p>
          <a:p>
            <a:endParaRPr lang="en-US" altLang="ja-JP" dirty="0"/>
          </a:p>
          <a:p>
            <a:r>
              <a:rPr lang="ja-JP" altLang="en-US" dirty="0"/>
              <a:t>クリア目標</a:t>
            </a:r>
            <a:endParaRPr lang="en-US" altLang="ja-JP" dirty="0"/>
          </a:p>
          <a:p>
            <a:r>
              <a:rPr lang="en-US" altLang="ja-JP" dirty="0"/>
              <a:t>10000</a:t>
            </a:r>
            <a:r>
              <a:rPr lang="ja-JP" altLang="en-US" dirty="0"/>
              <a:t>ゴールド稼ぎ</a:t>
            </a:r>
            <a:r>
              <a:rPr lang="ja-JP" altLang="en-US" dirty="0" smtClean="0"/>
              <a:t>、家を完全修理と</a:t>
            </a:r>
            <a:r>
              <a:rPr lang="ja-JP" altLang="en-US" dirty="0"/>
              <a:t>いうパークを取得することで</a:t>
            </a:r>
            <a:r>
              <a:rPr lang="ja-JP" altLang="en-US" dirty="0" smtClean="0"/>
              <a:t>クリア、クリア時点の経過時間、採取した作物の数でスコアが決まりランク付けされる。</a:t>
            </a:r>
            <a:endParaRPr lang="en-US" altLang="ja-JP" dirty="0"/>
          </a:p>
          <a:p>
            <a:endParaRPr kumimoji="1" lang="en-US" altLang="ja-JP" dirty="0"/>
          </a:p>
          <a:p>
            <a:r>
              <a:rPr lang="ja-JP" altLang="en-US" dirty="0" smtClean="0"/>
              <a:t>ゲームの特色</a:t>
            </a:r>
            <a:endParaRPr lang="en-US" altLang="ja-JP" dirty="0" smtClean="0"/>
          </a:p>
          <a:p>
            <a:r>
              <a:rPr kumimoji="1" lang="ja-JP" altLang="en-US" dirty="0" smtClean="0"/>
              <a:t>３Ｄの一人称視点で、自分で移動しなければいけないので</a:t>
            </a:r>
            <a:r>
              <a:rPr lang="ja-JP" altLang="en-US" dirty="0" smtClean="0"/>
              <a:t>動き方によってどのくらい早く稼げるのか変わってくるところ</a:t>
            </a:r>
            <a:r>
              <a:rPr lang="ja-JP" altLang="en-US" dirty="0" smtClean="0"/>
              <a:t>。</a:t>
            </a:r>
            <a:endParaRPr lang="en-US" altLang="ja-JP" dirty="0" smtClean="0"/>
          </a:p>
          <a:p>
            <a:r>
              <a:rPr kumimoji="1" lang="ja-JP" altLang="en-US" dirty="0" smtClean="0"/>
              <a:t>採取するための鍬に耐久力があり、持っている鍬によって採取できる作物が</a:t>
            </a:r>
            <a:r>
              <a:rPr kumimoji="1" lang="ja-JP" altLang="en-US" smtClean="0"/>
              <a:t>変わる。</a:t>
            </a:r>
            <a:endParaRPr kumimoji="1" lang="en-US" altLang="ja-JP" dirty="0" smtClean="0"/>
          </a:p>
        </p:txBody>
      </p:sp>
    </p:spTree>
    <p:extLst>
      <p:ext uri="{BB962C8B-B14F-4D97-AF65-F5344CB8AC3E}">
        <p14:creationId xmlns:p14="http://schemas.microsoft.com/office/powerpoint/2010/main" val="38112465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ゲームの大まかな動き</a:t>
            </a:r>
            <a:endParaRPr kumimoji="1" lang="ja-JP" altLang="en-US" dirty="0"/>
          </a:p>
        </p:txBody>
      </p:sp>
      <p:sp>
        <p:nvSpPr>
          <p:cNvPr id="3" name="コンテンツ プレースホルダー 2"/>
          <p:cNvSpPr>
            <a:spLocks noGrp="1"/>
          </p:cNvSpPr>
          <p:nvPr>
            <p:ph idx="1"/>
          </p:nvPr>
        </p:nvSpPr>
        <p:spPr>
          <a:xfrm>
            <a:off x="838200" y="1490065"/>
            <a:ext cx="10515600" cy="3383940"/>
          </a:xfrm>
        </p:spPr>
        <p:txBody>
          <a:bodyPr>
            <a:normAutofit/>
          </a:bodyPr>
          <a:lstStyle/>
          <a:p>
            <a:r>
              <a:rPr lang="ja-JP" altLang="en-US" dirty="0" smtClean="0"/>
              <a:t>採取パート</a:t>
            </a:r>
            <a:r>
              <a:rPr lang="ja-JP" altLang="en-US" dirty="0" smtClean="0"/>
              <a:t>と</a:t>
            </a:r>
            <a:r>
              <a:rPr lang="ja-JP" altLang="en-US" dirty="0"/>
              <a:t>購入</a:t>
            </a:r>
            <a:r>
              <a:rPr lang="ja-JP" altLang="en-US" dirty="0" smtClean="0"/>
              <a:t>パート</a:t>
            </a:r>
            <a:r>
              <a:rPr lang="ja-JP" altLang="en-US" dirty="0" smtClean="0"/>
              <a:t>がある</a:t>
            </a:r>
            <a:endParaRPr lang="en-US" altLang="ja-JP" dirty="0"/>
          </a:p>
          <a:p>
            <a:r>
              <a:rPr lang="ja-JP" altLang="en-US" dirty="0"/>
              <a:t>お金</a:t>
            </a:r>
            <a:r>
              <a:rPr lang="ja-JP" altLang="en-US" dirty="0" smtClean="0"/>
              <a:t>を得るための畑</a:t>
            </a:r>
            <a:r>
              <a:rPr lang="ja-JP" altLang="en-US" dirty="0" smtClean="0"/>
              <a:t>とパーク、鍬を買うための</a:t>
            </a:r>
            <a:r>
              <a:rPr lang="ja-JP" altLang="en-US" dirty="0"/>
              <a:t>店</a:t>
            </a:r>
            <a:r>
              <a:rPr lang="ja-JP" altLang="en-US" dirty="0" smtClean="0"/>
              <a:t>がマップ内に</a:t>
            </a:r>
            <a:r>
              <a:rPr lang="ja-JP" altLang="en-US" dirty="0" smtClean="0"/>
              <a:t>ある</a:t>
            </a:r>
            <a:endParaRPr lang="en-US" altLang="ja-JP" dirty="0" smtClean="0"/>
          </a:p>
          <a:p>
            <a:r>
              <a:rPr lang="ja-JP" altLang="en-US" dirty="0"/>
              <a:t>購入</a:t>
            </a:r>
            <a:r>
              <a:rPr kumimoji="1" lang="ja-JP" altLang="en-US" dirty="0" smtClean="0"/>
              <a:t>パート</a:t>
            </a:r>
            <a:r>
              <a:rPr kumimoji="1" lang="ja-JP" altLang="en-US" dirty="0" smtClean="0"/>
              <a:t>でパークを購入して自分を強化していく</a:t>
            </a:r>
            <a:r>
              <a:rPr kumimoji="1" lang="ja-JP" altLang="en-US" dirty="0" smtClean="0"/>
              <a:t>。</a:t>
            </a:r>
            <a:endParaRPr kumimoji="1" lang="en-US" altLang="ja-JP" dirty="0" smtClean="0"/>
          </a:p>
          <a:p>
            <a:r>
              <a:rPr lang="ja-JP" altLang="en-US" dirty="0" smtClean="0"/>
              <a:t>採取する鍬の耐久値がなくなったらお金を消費して新しく買わなければならない</a:t>
            </a:r>
            <a:endParaRPr lang="en-US" altLang="ja-JP" dirty="0"/>
          </a:p>
          <a:p>
            <a:r>
              <a:rPr lang="ja-JP" altLang="en-US" dirty="0" smtClean="0"/>
              <a:t>鍬がない状態で</a:t>
            </a:r>
            <a:r>
              <a:rPr lang="ja-JP" altLang="en-US" dirty="0"/>
              <a:t>新しい</a:t>
            </a:r>
            <a:r>
              <a:rPr lang="ja-JP" altLang="en-US" dirty="0" smtClean="0"/>
              <a:t>鍬</a:t>
            </a:r>
            <a:r>
              <a:rPr lang="ja-JP" altLang="en-US" dirty="0"/>
              <a:t>が買えない場合ゲームオーバーになる</a:t>
            </a:r>
            <a:r>
              <a:rPr lang="ja-JP" altLang="en-US" dirty="0" smtClean="0"/>
              <a:t>。</a:t>
            </a:r>
            <a:endParaRPr kumimoji="1" lang="en-US" altLang="ja-JP" dirty="0" smtClean="0"/>
          </a:p>
          <a:p>
            <a:endParaRPr kumimoji="1" lang="en-US" altLang="ja-JP" dirty="0"/>
          </a:p>
        </p:txBody>
      </p:sp>
    </p:spTree>
    <p:extLst>
      <p:ext uri="{BB962C8B-B14F-4D97-AF65-F5344CB8AC3E}">
        <p14:creationId xmlns:p14="http://schemas.microsoft.com/office/powerpoint/2010/main" val="1657554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採取パート</a:t>
            </a:r>
            <a:endParaRPr kumimoji="1" lang="ja-JP" altLang="en-US" dirty="0"/>
          </a:p>
        </p:txBody>
      </p:sp>
      <p:sp>
        <p:nvSpPr>
          <p:cNvPr id="3" name="コンテンツ プレースホルダー 2"/>
          <p:cNvSpPr>
            <a:spLocks noGrp="1"/>
          </p:cNvSpPr>
          <p:nvPr>
            <p:ph idx="1"/>
          </p:nvPr>
        </p:nvSpPr>
        <p:spPr>
          <a:xfrm>
            <a:off x="838200" y="1540399"/>
            <a:ext cx="10515600" cy="4351338"/>
          </a:xfrm>
        </p:spPr>
        <p:txBody>
          <a:bodyPr/>
          <a:lstStyle/>
          <a:p>
            <a:r>
              <a:rPr lang="ja-JP" altLang="en-US" dirty="0" smtClean="0"/>
              <a:t>畑の中のランダムな場所に作物が生成される。</a:t>
            </a:r>
            <a:endParaRPr lang="en-US" altLang="ja-JP" dirty="0" smtClean="0"/>
          </a:p>
          <a:p>
            <a:r>
              <a:rPr lang="ja-JP" altLang="en-US" dirty="0" smtClean="0"/>
              <a:t>作物を採取した時点でお金を入手することができる</a:t>
            </a:r>
            <a:r>
              <a:rPr lang="ja-JP" altLang="en-US" dirty="0" smtClean="0"/>
              <a:t>。</a:t>
            </a:r>
            <a:endParaRPr lang="en-US" altLang="ja-JP" dirty="0" smtClean="0"/>
          </a:p>
          <a:p>
            <a:r>
              <a:rPr lang="ja-JP" altLang="en-US" dirty="0" smtClean="0"/>
              <a:t>作物にも種類があり、通常の作物、</a:t>
            </a:r>
            <a:r>
              <a:rPr lang="ja-JP" altLang="en-US" dirty="0" smtClean="0"/>
              <a:t>悪い色の作物</a:t>
            </a:r>
            <a:r>
              <a:rPr lang="ja-JP" altLang="en-US" dirty="0" smtClean="0"/>
              <a:t>、爆発する作物など</a:t>
            </a:r>
            <a:endParaRPr lang="en-US" altLang="ja-JP" dirty="0" smtClean="0"/>
          </a:p>
          <a:p>
            <a:r>
              <a:rPr lang="ja-JP" altLang="en-US" dirty="0" smtClean="0"/>
              <a:t>制限時間を過ぎると</a:t>
            </a:r>
            <a:r>
              <a:rPr lang="ja-JP" altLang="en-US" dirty="0" smtClean="0"/>
              <a:t>畑の作物がすべて消える。</a:t>
            </a:r>
            <a:endParaRPr kumimoji="1" lang="ja-JP" altLang="en-US" dirty="0"/>
          </a:p>
        </p:txBody>
      </p:sp>
      <p:sp>
        <p:nvSpPr>
          <p:cNvPr id="4" name="テキスト ボックス 3"/>
          <p:cNvSpPr txBox="1"/>
          <p:nvPr/>
        </p:nvSpPr>
        <p:spPr>
          <a:xfrm>
            <a:off x="745921" y="4294908"/>
            <a:ext cx="11200002" cy="2246769"/>
          </a:xfrm>
          <a:prstGeom prst="rect">
            <a:avLst/>
          </a:prstGeom>
          <a:noFill/>
        </p:spPr>
        <p:txBody>
          <a:bodyPr wrap="square" rtlCol="0">
            <a:spAutoFit/>
          </a:bodyPr>
          <a:lstStyle/>
          <a:p>
            <a:r>
              <a:rPr kumimoji="1" lang="ja-JP" altLang="en-US" sz="2800" dirty="0" smtClean="0"/>
              <a:t>初期の畑のステータス（仮）</a:t>
            </a:r>
            <a:endParaRPr kumimoji="1" lang="en-US" altLang="ja-JP" sz="2800" dirty="0" smtClean="0"/>
          </a:p>
          <a:p>
            <a:r>
              <a:rPr lang="ja-JP" altLang="en-US" sz="2800" dirty="0" smtClean="0"/>
              <a:t>・制限時間　</a:t>
            </a:r>
            <a:r>
              <a:rPr lang="ja-JP" altLang="en-US" sz="2800" dirty="0" smtClean="0"/>
              <a:t>  </a:t>
            </a:r>
            <a:r>
              <a:rPr lang="en-US" altLang="ja-JP" sz="2800" dirty="0" smtClean="0"/>
              <a:t>5</a:t>
            </a:r>
            <a:r>
              <a:rPr lang="ja-JP" altLang="en-US" sz="2800" dirty="0" smtClean="0"/>
              <a:t>秒</a:t>
            </a:r>
            <a:endParaRPr lang="en-US" altLang="ja-JP" sz="2800" dirty="0" smtClean="0"/>
          </a:p>
          <a:p>
            <a:r>
              <a:rPr lang="ja-JP" altLang="en-US" sz="2800" dirty="0"/>
              <a:t>・</a:t>
            </a:r>
            <a:r>
              <a:rPr lang="ja-JP" altLang="en-US" sz="2800" dirty="0" smtClean="0"/>
              <a:t>最大個数　</a:t>
            </a:r>
            <a:r>
              <a:rPr lang="en-US" altLang="ja-JP" sz="2800" dirty="0" smtClean="0"/>
              <a:t>10</a:t>
            </a:r>
            <a:r>
              <a:rPr lang="ja-JP" altLang="en-US" sz="2800" dirty="0" smtClean="0"/>
              <a:t>個</a:t>
            </a:r>
            <a:endParaRPr lang="en-US" altLang="ja-JP" sz="2800" dirty="0" smtClean="0"/>
          </a:p>
          <a:p>
            <a:r>
              <a:rPr lang="ja-JP" altLang="en-US" sz="2800" dirty="0" smtClean="0"/>
              <a:t>・出現する作物　</a:t>
            </a:r>
            <a:r>
              <a:rPr lang="ja-JP" altLang="en-US" sz="2800" dirty="0" smtClean="0"/>
              <a:t>　</a:t>
            </a:r>
            <a:r>
              <a:rPr lang="ja-JP" altLang="en-US" sz="2800" dirty="0" smtClean="0"/>
              <a:t>通常の</a:t>
            </a:r>
            <a:r>
              <a:rPr lang="ja-JP" altLang="en-US" sz="2800" dirty="0" smtClean="0"/>
              <a:t>カブ</a:t>
            </a:r>
            <a:r>
              <a:rPr lang="en-US" altLang="ja-JP" sz="2800" dirty="0"/>
              <a:t>(</a:t>
            </a:r>
            <a:r>
              <a:rPr lang="ja-JP" altLang="en-US" sz="2800" dirty="0" smtClean="0"/>
              <a:t>価値 </a:t>
            </a:r>
            <a:r>
              <a:rPr lang="en-US" altLang="ja-JP" sz="2800" dirty="0" smtClean="0"/>
              <a:t>:  2G,</a:t>
            </a:r>
            <a:r>
              <a:rPr lang="ja-JP" altLang="en-US" sz="2800" dirty="0" smtClean="0"/>
              <a:t>作物体力 </a:t>
            </a:r>
            <a:r>
              <a:rPr lang="en-US" altLang="ja-JP" sz="2800" dirty="0" smtClean="0"/>
              <a:t>: 3</a:t>
            </a:r>
            <a:r>
              <a:rPr lang="en-US" altLang="ja-JP" sz="2800" dirty="0"/>
              <a:t>)</a:t>
            </a:r>
            <a:endParaRPr lang="en-US" altLang="ja-JP" sz="2800" dirty="0" smtClean="0"/>
          </a:p>
          <a:p>
            <a:r>
              <a:rPr lang="ja-JP" altLang="en-US" sz="2800" dirty="0"/>
              <a:t>　</a:t>
            </a:r>
            <a:r>
              <a:rPr lang="ja-JP" altLang="en-US" sz="2800" dirty="0" smtClean="0"/>
              <a:t>　　　　　　　悪い色のカブ</a:t>
            </a:r>
            <a:r>
              <a:rPr lang="en-US" altLang="ja-JP" sz="2800" dirty="0" smtClean="0"/>
              <a:t>(</a:t>
            </a:r>
            <a:r>
              <a:rPr lang="ja-JP" altLang="en-US" sz="2800" dirty="0" smtClean="0"/>
              <a:t>価値 </a:t>
            </a:r>
            <a:r>
              <a:rPr lang="en-US" altLang="ja-JP" sz="2800" dirty="0" smtClean="0"/>
              <a:t>: -1G,</a:t>
            </a:r>
            <a:r>
              <a:rPr lang="ja-JP" altLang="en-US" sz="2800" dirty="0" smtClean="0"/>
              <a:t>作物体力 </a:t>
            </a:r>
            <a:r>
              <a:rPr lang="en-US" altLang="ja-JP" sz="2800" dirty="0" smtClean="0"/>
              <a:t>: 2)</a:t>
            </a:r>
            <a:endParaRPr lang="en-US" altLang="ja-JP" sz="2800" dirty="0"/>
          </a:p>
        </p:txBody>
      </p:sp>
    </p:spTree>
    <p:extLst>
      <p:ext uri="{BB962C8B-B14F-4D97-AF65-F5344CB8AC3E}">
        <p14:creationId xmlns:p14="http://schemas.microsoft.com/office/powerpoint/2010/main" val="249062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作物の種類</a:t>
            </a:r>
            <a:endParaRPr kumimoji="1" lang="ja-JP" altLang="en-US" dirty="0"/>
          </a:p>
        </p:txBody>
      </p:sp>
      <p:sp>
        <p:nvSpPr>
          <p:cNvPr id="3" name="コンテンツ プレースホルダー 2"/>
          <p:cNvSpPr>
            <a:spLocks noGrp="1"/>
          </p:cNvSpPr>
          <p:nvPr>
            <p:ph idx="1"/>
          </p:nvPr>
        </p:nvSpPr>
        <p:spPr>
          <a:xfrm>
            <a:off x="838200" y="1825625"/>
            <a:ext cx="10515600" cy="3308438"/>
          </a:xfrm>
        </p:spPr>
        <p:txBody>
          <a:bodyPr/>
          <a:lstStyle/>
          <a:p>
            <a:r>
              <a:rPr kumimoji="1" lang="ja-JP" altLang="en-US" dirty="0" smtClean="0"/>
              <a:t>通常の作物・・・普通の作物で、どの鍬でも採取可能</a:t>
            </a:r>
            <a:endParaRPr kumimoji="1" lang="en-US" altLang="ja-JP" dirty="0" smtClean="0"/>
          </a:p>
          <a:p>
            <a:endParaRPr lang="en-US" altLang="ja-JP" dirty="0"/>
          </a:p>
          <a:p>
            <a:r>
              <a:rPr lang="ja-JP" altLang="en-US" dirty="0"/>
              <a:t>悪い色の</a:t>
            </a:r>
            <a:r>
              <a:rPr lang="ja-JP" altLang="en-US" dirty="0" smtClean="0"/>
              <a:t>作物・・・色の暗い作物で、黒い鍬以外ではお金が減る</a:t>
            </a:r>
            <a:endParaRPr kumimoji="1" lang="en-US" altLang="ja-JP" dirty="0"/>
          </a:p>
          <a:p>
            <a:r>
              <a:rPr kumimoji="1" lang="ja-JP" altLang="en-US" dirty="0" smtClean="0"/>
              <a:t>爆発する作物・・・普通の作物に似ているが葉など一部の形状が違う、鋼の鍬でのみ安全に採取できる、それ以外では吹き飛ばされる</a:t>
            </a:r>
            <a:endParaRPr kumimoji="1" lang="en-US" altLang="ja-JP" dirty="0" smtClean="0"/>
          </a:p>
        </p:txBody>
      </p:sp>
    </p:spTree>
    <p:extLst>
      <p:ext uri="{BB962C8B-B14F-4D97-AF65-F5344CB8AC3E}">
        <p14:creationId xmlns:p14="http://schemas.microsoft.com/office/powerpoint/2010/main" val="685127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購入</a:t>
            </a:r>
            <a:r>
              <a:rPr kumimoji="1" lang="ja-JP" altLang="en-US" dirty="0" smtClean="0"/>
              <a:t>パート</a:t>
            </a:r>
            <a:endParaRPr kumimoji="1" lang="ja-JP" altLang="en-US" dirty="0"/>
          </a:p>
        </p:txBody>
      </p:sp>
      <p:sp>
        <p:nvSpPr>
          <p:cNvPr id="3" name="コンテンツ プレースホルダー 2"/>
          <p:cNvSpPr>
            <a:spLocks noGrp="1"/>
          </p:cNvSpPr>
          <p:nvPr>
            <p:ph idx="1"/>
          </p:nvPr>
        </p:nvSpPr>
        <p:spPr>
          <a:xfrm>
            <a:off x="838200" y="1627465"/>
            <a:ext cx="10515600" cy="2676088"/>
          </a:xfrm>
        </p:spPr>
        <p:txBody>
          <a:bodyPr>
            <a:normAutofit/>
          </a:bodyPr>
          <a:lstStyle/>
          <a:p>
            <a:r>
              <a:rPr kumimoji="1" lang="ja-JP" altLang="en-US" dirty="0" smtClean="0"/>
              <a:t>採取パートで得たお金を使って</a:t>
            </a:r>
            <a:r>
              <a:rPr kumimoji="1" lang="ja-JP" altLang="en-US" dirty="0" smtClean="0"/>
              <a:t>パークや鍬を購入</a:t>
            </a:r>
            <a:r>
              <a:rPr kumimoji="1" lang="ja-JP" altLang="en-US" dirty="0" smtClean="0"/>
              <a:t>することが</a:t>
            </a:r>
            <a:r>
              <a:rPr kumimoji="1" lang="ja-JP" altLang="en-US" dirty="0" smtClean="0"/>
              <a:t>できる</a:t>
            </a:r>
            <a:endParaRPr lang="en-US" altLang="ja-JP" dirty="0" smtClean="0"/>
          </a:p>
          <a:p>
            <a:r>
              <a:rPr lang="ja-JP" altLang="en-US" dirty="0" smtClean="0"/>
              <a:t>より価値のある作物や、作物の価値を</a:t>
            </a:r>
            <a:r>
              <a:rPr lang="en-US" altLang="ja-JP" dirty="0" smtClean="0"/>
              <a:t>2</a:t>
            </a:r>
            <a:r>
              <a:rPr lang="ja-JP" altLang="en-US" dirty="0" smtClean="0"/>
              <a:t>倍にするなど、さまざまなパークがある</a:t>
            </a:r>
            <a:endParaRPr lang="en-US" altLang="ja-JP" dirty="0" smtClean="0"/>
          </a:p>
          <a:p>
            <a:r>
              <a:rPr lang="ja-JP" altLang="en-US" dirty="0" smtClean="0"/>
              <a:t>パークの取得にもお金を使用するので、鍬を買うためのお金と兼ね合いながら</a:t>
            </a:r>
            <a:r>
              <a:rPr lang="ja-JP" altLang="en-US" dirty="0" smtClean="0"/>
              <a:t>パークを開放しないといけない</a:t>
            </a:r>
            <a:r>
              <a:rPr lang="ja-JP" altLang="en-US" dirty="0" smtClean="0"/>
              <a:t>。</a:t>
            </a:r>
            <a:endParaRPr lang="en-US" altLang="ja-JP" dirty="0" smtClean="0"/>
          </a:p>
        </p:txBody>
      </p:sp>
      <p:sp>
        <p:nvSpPr>
          <p:cNvPr id="4" name="正方形/長方形 3"/>
          <p:cNvSpPr/>
          <p:nvPr/>
        </p:nvSpPr>
        <p:spPr>
          <a:xfrm>
            <a:off x="992697" y="4460413"/>
            <a:ext cx="6096000" cy="1938992"/>
          </a:xfrm>
          <a:prstGeom prst="rect">
            <a:avLst/>
          </a:prstGeom>
        </p:spPr>
        <p:txBody>
          <a:bodyPr>
            <a:spAutoFit/>
          </a:bodyPr>
          <a:lstStyle/>
          <a:p>
            <a:r>
              <a:rPr lang="ja-JP" altLang="en-US" sz="2400" dirty="0"/>
              <a:t>パーク例</a:t>
            </a:r>
            <a:endParaRPr lang="en-US" altLang="ja-JP" sz="2400" dirty="0"/>
          </a:p>
          <a:p>
            <a:r>
              <a:rPr lang="ja-JP" altLang="en-US" sz="2400" dirty="0"/>
              <a:t>作物追加　ナス、トマト、キノコなど</a:t>
            </a:r>
            <a:endParaRPr lang="en-US" altLang="ja-JP" sz="2400" dirty="0"/>
          </a:p>
          <a:p>
            <a:r>
              <a:rPr lang="ja-JP" altLang="en-US" sz="2400" dirty="0"/>
              <a:t>制限時間</a:t>
            </a:r>
            <a:r>
              <a:rPr lang="en-US" altLang="ja-JP" sz="2400" dirty="0"/>
              <a:t>+1/s</a:t>
            </a:r>
          </a:p>
          <a:p>
            <a:r>
              <a:rPr lang="ja-JP" altLang="en-US" sz="2400" dirty="0"/>
              <a:t>作物の価値</a:t>
            </a:r>
            <a:r>
              <a:rPr lang="en-US" altLang="ja-JP" sz="2400" dirty="0"/>
              <a:t>2</a:t>
            </a:r>
            <a:r>
              <a:rPr lang="ja-JP" altLang="en-US" sz="2400" dirty="0"/>
              <a:t>倍</a:t>
            </a:r>
            <a:endParaRPr lang="en-US" altLang="ja-JP" sz="2400" dirty="0"/>
          </a:p>
          <a:p>
            <a:r>
              <a:rPr lang="ja-JP" altLang="en-US" sz="2400" dirty="0"/>
              <a:t>最大出現数</a:t>
            </a:r>
            <a:r>
              <a:rPr lang="en-US" altLang="ja-JP" sz="2400" dirty="0"/>
              <a:t>+5</a:t>
            </a:r>
            <a:r>
              <a:rPr lang="ja-JP" altLang="en-US" sz="2400" dirty="0"/>
              <a:t>　　など</a:t>
            </a:r>
            <a:endParaRPr lang="en-US" altLang="ja-JP" sz="2400" dirty="0"/>
          </a:p>
        </p:txBody>
      </p:sp>
    </p:spTree>
    <p:extLst>
      <p:ext uri="{BB962C8B-B14F-4D97-AF65-F5344CB8AC3E}">
        <p14:creationId xmlns:p14="http://schemas.microsoft.com/office/powerpoint/2010/main" val="1600696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鍬の種類（仮）</a:t>
            </a:r>
            <a:endParaRPr kumimoji="1" lang="ja-JP" altLang="en-US" dirty="0"/>
          </a:p>
        </p:txBody>
      </p:sp>
      <p:sp>
        <p:nvSpPr>
          <p:cNvPr id="3" name="コンテンツ プレースホルダー 2"/>
          <p:cNvSpPr>
            <a:spLocks noGrp="1"/>
          </p:cNvSpPr>
          <p:nvPr>
            <p:ph idx="1"/>
          </p:nvPr>
        </p:nvSpPr>
        <p:spPr>
          <a:xfrm>
            <a:off x="499310" y="1535185"/>
            <a:ext cx="11193379" cy="4915949"/>
          </a:xfrm>
        </p:spPr>
        <p:txBody>
          <a:bodyPr>
            <a:normAutofit/>
          </a:bodyPr>
          <a:lstStyle/>
          <a:p>
            <a:r>
              <a:rPr lang="ja-JP" altLang="en-US" dirty="0" smtClean="0"/>
              <a:t>ぼろい鍬・・・耐久値 </a:t>
            </a:r>
            <a:r>
              <a:rPr lang="en-US" altLang="ja-JP" dirty="0" smtClean="0"/>
              <a:t>: 12 </a:t>
            </a:r>
            <a:r>
              <a:rPr lang="ja-JP" altLang="en-US" dirty="0" smtClean="0"/>
              <a:t>    価格 </a:t>
            </a:r>
            <a:r>
              <a:rPr lang="en-US" altLang="ja-JP" dirty="0" smtClean="0"/>
              <a:t>:    2</a:t>
            </a:r>
            <a:r>
              <a:rPr lang="ja-JP" altLang="en-US" dirty="0" smtClean="0"/>
              <a:t>   初期装備</a:t>
            </a:r>
            <a:endParaRPr lang="en-US" altLang="ja-JP" dirty="0" smtClean="0"/>
          </a:p>
          <a:p>
            <a:r>
              <a:rPr lang="ja-JP" altLang="en-US" dirty="0" smtClean="0"/>
              <a:t>銅の鍬　・・・耐久値 </a:t>
            </a:r>
            <a:r>
              <a:rPr lang="en-US" altLang="ja-JP" dirty="0" smtClean="0"/>
              <a:t>: 30</a:t>
            </a:r>
            <a:r>
              <a:rPr lang="ja-JP" altLang="en-US" dirty="0" smtClean="0"/>
              <a:t> </a:t>
            </a:r>
            <a:r>
              <a:rPr lang="en-US" altLang="ja-JP" dirty="0" smtClean="0"/>
              <a:t>    </a:t>
            </a:r>
            <a:r>
              <a:rPr lang="ja-JP" altLang="en-US" dirty="0" smtClean="0"/>
              <a:t>価格 </a:t>
            </a:r>
            <a:r>
              <a:rPr lang="en-US" altLang="ja-JP" dirty="0" smtClean="0"/>
              <a:t>:    6</a:t>
            </a:r>
            <a:r>
              <a:rPr lang="ja-JP" altLang="en-US" dirty="0" smtClean="0"/>
              <a:t>    </a:t>
            </a:r>
            <a:endParaRPr lang="en-US" altLang="ja-JP" dirty="0" smtClean="0"/>
          </a:p>
          <a:p>
            <a:r>
              <a:rPr kumimoji="1" lang="ja-JP" altLang="en-US" dirty="0" smtClean="0"/>
              <a:t>鉄の鍬　・・・</a:t>
            </a:r>
            <a:r>
              <a:rPr lang="ja-JP" altLang="en-US" dirty="0" smtClean="0"/>
              <a:t>耐久値 </a:t>
            </a:r>
            <a:r>
              <a:rPr lang="en-US" altLang="ja-JP" dirty="0" smtClean="0"/>
              <a:t>: 70     </a:t>
            </a:r>
            <a:r>
              <a:rPr lang="ja-JP" altLang="en-US" dirty="0" smtClean="0"/>
              <a:t>価格</a:t>
            </a:r>
            <a:r>
              <a:rPr lang="en-US" altLang="ja-JP" dirty="0"/>
              <a:t> </a:t>
            </a:r>
            <a:r>
              <a:rPr lang="en-US" altLang="ja-JP" dirty="0" smtClean="0"/>
              <a:t>:  10    </a:t>
            </a:r>
            <a:endParaRPr kumimoji="1" lang="en-US" altLang="ja-JP" dirty="0"/>
          </a:p>
          <a:p>
            <a:r>
              <a:rPr lang="ja-JP" altLang="en-US" dirty="0" smtClean="0"/>
              <a:t>鋼の鍬　・・・耐久値</a:t>
            </a:r>
            <a:r>
              <a:rPr lang="en-US" altLang="ja-JP" dirty="0"/>
              <a:t> </a:t>
            </a:r>
            <a:r>
              <a:rPr lang="en-US" altLang="ja-JP" dirty="0" smtClean="0"/>
              <a:t>: 120</a:t>
            </a:r>
            <a:r>
              <a:rPr lang="ja-JP" altLang="en-US" dirty="0"/>
              <a:t> </a:t>
            </a:r>
            <a:r>
              <a:rPr lang="ja-JP" altLang="en-US" dirty="0" smtClean="0"/>
              <a:t>  価格 </a:t>
            </a:r>
            <a:r>
              <a:rPr lang="en-US" altLang="ja-JP" dirty="0" smtClean="0"/>
              <a:t>:  35    </a:t>
            </a:r>
            <a:r>
              <a:rPr lang="ja-JP" altLang="en-US" dirty="0" smtClean="0"/>
              <a:t>爆発する作物も通常の作物と同じ価格で採取可能</a:t>
            </a:r>
            <a:endParaRPr lang="en-US" altLang="ja-JP" dirty="0" smtClean="0"/>
          </a:p>
          <a:p>
            <a:endParaRPr lang="en-US" altLang="ja-JP" dirty="0" smtClean="0"/>
          </a:p>
          <a:p>
            <a:r>
              <a:rPr kumimoji="1" lang="ja-JP" altLang="en-US" dirty="0" smtClean="0"/>
              <a:t>黒い鉄の鍬・・・</a:t>
            </a:r>
            <a:r>
              <a:rPr lang="ja-JP" altLang="en-US" dirty="0" smtClean="0"/>
              <a:t>耐久値 </a:t>
            </a:r>
            <a:r>
              <a:rPr lang="en-US" altLang="ja-JP" dirty="0" smtClean="0"/>
              <a:t>: 60  </a:t>
            </a:r>
            <a:r>
              <a:rPr lang="ja-JP" altLang="en-US" dirty="0" smtClean="0"/>
              <a:t>価格 </a:t>
            </a:r>
            <a:r>
              <a:rPr lang="en-US" altLang="ja-JP" dirty="0" smtClean="0"/>
              <a:t>:  20   </a:t>
            </a:r>
            <a:r>
              <a:rPr lang="ja-JP" altLang="en-US" dirty="0" smtClean="0"/>
              <a:t>悪い作物を通常の作物と同じように採取可能</a:t>
            </a:r>
            <a:endParaRPr lang="en-US" altLang="ja-JP" dirty="0" smtClean="0"/>
          </a:p>
          <a:p>
            <a:r>
              <a:rPr kumimoji="1" lang="ja-JP" altLang="en-US" dirty="0" smtClean="0"/>
              <a:t>黒い鋼の鍬・・・耐久値 </a:t>
            </a:r>
            <a:r>
              <a:rPr kumimoji="1" lang="en-US" altLang="ja-JP" dirty="0" smtClean="0"/>
              <a:t>: 100 </a:t>
            </a:r>
            <a:r>
              <a:rPr kumimoji="1" lang="ja-JP" altLang="en-US" dirty="0" smtClean="0"/>
              <a:t>価格 </a:t>
            </a:r>
            <a:r>
              <a:rPr kumimoji="1" lang="en-US" altLang="ja-JP" dirty="0" smtClean="0"/>
              <a:t>: </a:t>
            </a:r>
            <a:r>
              <a:rPr lang="ja-JP" altLang="en-US" dirty="0"/>
              <a:t> </a:t>
            </a:r>
            <a:r>
              <a:rPr lang="en-US" altLang="ja-JP" dirty="0"/>
              <a:t>4</a:t>
            </a:r>
            <a:r>
              <a:rPr kumimoji="1" lang="en-US" altLang="ja-JP" dirty="0" smtClean="0"/>
              <a:t>0  </a:t>
            </a:r>
            <a:r>
              <a:rPr kumimoji="1" lang="ja-JP" altLang="en-US" dirty="0" smtClean="0"/>
              <a:t>悪い作物、爆発す</a:t>
            </a:r>
            <a:r>
              <a:rPr lang="ja-JP" altLang="en-US" dirty="0" smtClean="0"/>
              <a:t>る作物も普通の作物と同じように採取可能</a:t>
            </a:r>
            <a:endParaRPr kumimoji="1" lang="ja-JP" altLang="en-US" dirty="0"/>
          </a:p>
        </p:txBody>
      </p:sp>
    </p:spTree>
    <p:extLst>
      <p:ext uri="{BB962C8B-B14F-4D97-AF65-F5344CB8AC3E}">
        <p14:creationId xmlns:p14="http://schemas.microsoft.com/office/powerpoint/2010/main" val="43344660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TotalTime>
  <Words>433</Words>
  <Application>Microsoft Office PowerPoint</Application>
  <PresentationFormat>ワイド画面</PresentationFormat>
  <Paragraphs>51</Paragraphs>
  <Slides>7</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游ゴシック</vt:lpstr>
      <vt:lpstr>游ゴシック Light</vt:lpstr>
      <vt:lpstr>Arial</vt:lpstr>
      <vt:lpstr>Office テーマ</vt:lpstr>
      <vt:lpstr>FarmLife</vt:lpstr>
      <vt:lpstr>ゲームの目的</vt:lpstr>
      <vt:lpstr>ゲームの大まかな動き</vt:lpstr>
      <vt:lpstr>採取パート</vt:lpstr>
      <vt:lpstr>作物の種類</vt:lpstr>
      <vt:lpstr>購入パート</vt:lpstr>
      <vt:lpstr>鍬の種類（仮）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FarmLife</dc:title>
  <dc:creator>GA3</dc:creator>
  <cp:lastModifiedBy>GA3</cp:lastModifiedBy>
  <cp:revision>74</cp:revision>
  <dcterms:created xsi:type="dcterms:W3CDTF">2026-04-13T02:03:25Z</dcterms:created>
  <dcterms:modified xsi:type="dcterms:W3CDTF">2026-04-17T04:02:58Z</dcterms:modified>
</cp:coreProperties>
</file>