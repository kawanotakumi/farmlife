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243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875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211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95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063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925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0271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68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0784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675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791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72033-EBEF-4113-884E-480E233F66C8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318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90675" y="2264228"/>
            <a:ext cx="9144000" cy="1115107"/>
          </a:xfrm>
        </p:spPr>
        <p:txBody>
          <a:bodyPr/>
          <a:lstStyle/>
          <a:p>
            <a:r>
              <a:rPr lang="en-US" altLang="ja-JP" dirty="0" err="1" smtClean="0"/>
              <a:t>FarmLife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90675" y="4880202"/>
            <a:ext cx="9144000" cy="912812"/>
          </a:xfrm>
        </p:spPr>
        <p:txBody>
          <a:bodyPr/>
          <a:lstStyle/>
          <a:p>
            <a:r>
              <a:rPr kumimoji="1" lang="en-US" altLang="ja-JP" dirty="0" err="1" smtClean="0"/>
              <a:t>UnrealEngin</a:t>
            </a:r>
            <a:r>
              <a:rPr kumimoji="1" lang="en-US" altLang="ja-JP" dirty="0" smtClean="0"/>
              <a:t> 5.5.4</a:t>
            </a:r>
          </a:p>
          <a:p>
            <a:r>
              <a:rPr lang="ja-JP" altLang="en-US" dirty="0" smtClean="0"/>
              <a:t>ジャンル　</a:t>
            </a:r>
            <a:r>
              <a:rPr lang="en-US" altLang="ja-JP" dirty="0" smtClean="0"/>
              <a:t>3D</a:t>
            </a:r>
            <a:r>
              <a:rPr lang="ja-JP" altLang="en-US" dirty="0" smtClean="0"/>
              <a:t>クリック採取ゲーム</a:t>
            </a:r>
            <a:endParaRPr lang="en-US" altLang="ja-JP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9144000" y="6132352"/>
            <a:ext cx="2684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河野　拓実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63311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畑に生成される作物を制限時間内に多く採取し、得たお金で強化することでより稼ぎやすくする</a:t>
            </a:r>
            <a:r>
              <a:rPr lang="ja-JP" altLang="en-US" dirty="0" smtClean="0"/>
              <a:t>。</a:t>
            </a:r>
            <a:endParaRPr lang="en-US" altLang="ja-JP" dirty="0" smtClean="0"/>
          </a:p>
          <a:p>
            <a:r>
              <a:rPr kumimoji="1" lang="ja-JP" altLang="en-US" dirty="0" smtClean="0"/>
              <a:t>ゲームのクリアは</a:t>
            </a:r>
            <a:r>
              <a:rPr kumimoji="1" lang="en-US" altLang="ja-JP" dirty="0" smtClean="0"/>
              <a:t>10000</a:t>
            </a:r>
            <a:r>
              <a:rPr lang="ja-JP" altLang="en-US" dirty="0" smtClean="0"/>
              <a:t>ゴールド稼ぐこと。</a:t>
            </a:r>
            <a:endParaRPr kumimoji="1" lang="en-US" altLang="ja-JP" dirty="0"/>
          </a:p>
          <a:p>
            <a:r>
              <a:rPr lang="ja-JP" altLang="en-US" dirty="0" smtClean="0"/>
              <a:t>ゲームの特色</a:t>
            </a:r>
            <a:endParaRPr lang="en-US" altLang="ja-JP" dirty="0" smtClean="0"/>
          </a:p>
          <a:p>
            <a:r>
              <a:rPr kumimoji="1" lang="ja-JP" altLang="en-US" dirty="0" smtClean="0"/>
              <a:t>３Ｄの一人称視点で、自分で移動しなければいけないので</a:t>
            </a:r>
            <a:r>
              <a:rPr lang="ja-JP" altLang="en-US" dirty="0" smtClean="0"/>
              <a:t>動き方によってどのくらい稼げるのか変わってくるところ。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3811246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ゲームの大まかな動き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採取パートと強化パートがある</a:t>
            </a:r>
            <a:endParaRPr lang="en-US" altLang="ja-JP" dirty="0"/>
          </a:p>
          <a:p>
            <a:r>
              <a:rPr lang="ja-JP" altLang="en-US" dirty="0"/>
              <a:t>お金</a:t>
            </a:r>
            <a:r>
              <a:rPr lang="ja-JP" altLang="en-US" dirty="0" smtClean="0"/>
              <a:t>を得るための畑と強化をするための小屋がマップにある</a:t>
            </a:r>
            <a:endParaRPr lang="en-US" altLang="ja-JP" dirty="0" smtClean="0"/>
          </a:p>
          <a:p>
            <a:r>
              <a:rPr kumimoji="1" lang="ja-JP" altLang="en-US" dirty="0" smtClean="0"/>
              <a:t>強化パートでパークを購入して自分を強化していく。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 smtClean="0"/>
              <a:t>クリア目標</a:t>
            </a:r>
            <a:endParaRPr kumimoji="1" lang="en-US" altLang="ja-JP" dirty="0" smtClean="0"/>
          </a:p>
          <a:p>
            <a:r>
              <a:rPr lang="en-US" altLang="ja-JP" dirty="0" smtClean="0"/>
              <a:t>10000</a:t>
            </a:r>
            <a:r>
              <a:rPr lang="ja-JP" altLang="en-US" dirty="0" smtClean="0"/>
              <a:t>ゴールド稼ぎ、家を買うというパークを取得することでクリア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57554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採取パート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畑の中のランダム</a:t>
            </a:r>
            <a:r>
              <a:rPr lang="ja-JP" altLang="en-US" dirty="0" smtClean="0"/>
              <a:t>な場所に作物が生成される</a:t>
            </a:r>
            <a:r>
              <a:rPr lang="ja-JP" altLang="en-US" dirty="0" smtClean="0"/>
              <a:t>。</a:t>
            </a:r>
            <a:endParaRPr lang="en-US" altLang="ja-JP" dirty="0" smtClean="0"/>
          </a:p>
          <a:p>
            <a:r>
              <a:rPr lang="ja-JP" altLang="en-US" dirty="0" smtClean="0"/>
              <a:t>作物を採取した時点でお金を入手することができる。</a:t>
            </a:r>
            <a:endParaRPr lang="en-US" altLang="ja-JP" dirty="0" smtClean="0"/>
          </a:p>
          <a:p>
            <a:r>
              <a:rPr lang="ja-JP" altLang="en-US" dirty="0" smtClean="0"/>
              <a:t>制限時間を過ぎると畑の目の前にテレポートする。</a:t>
            </a: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838200" y="3858670"/>
            <a:ext cx="498202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初期の畑のステータス（仮）</a:t>
            </a:r>
            <a:endParaRPr kumimoji="1" lang="en-US" altLang="ja-JP" sz="2800" dirty="0" smtClean="0"/>
          </a:p>
          <a:p>
            <a:r>
              <a:rPr lang="ja-JP" altLang="en-US" sz="2800" dirty="0" smtClean="0"/>
              <a:t>・制限時間　</a:t>
            </a:r>
            <a:r>
              <a:rPr lang="en-US" altLang="ja-JP" sz="2800" dirty="0" smtClean="0"/>
              <a:t>5</a:t>
            </a:r>
            <a:r>
              <a:rPr lang="ja-JP" altLang="en-US" sz="2800" dirty="0" smtClean="0"/>
              <a:t>秒</a:t>
            </a:r>
            <a:endParaRPr lang="en-US" altLang="ja-JP" sz="2800" dirty="0" smtClean="0"/>
          </a:p>
          <a:p>
            <a:r>
              <a:rPr lang="ja-JP" altLang="en-US" sz="2800" dirty="0"/>
              <a:t>・</a:t>
            </a:r>
            <a:r>
              <a:rPr lang="ja-JP" altLang="en-US" sz="2800" dirty="0" smtClean="0"/>
              <a:t>最大個数　</a:t>
            </a:r>
            <a:r>
              <a:rPr lang="en-US" altLang="ja-JP" sz="2800" dirty="0" smtClean="0"/>
              <a:t>10</a:t>
            </a:r>
            <a:r>
              <a:rPr lang="ja-JP" altLang="en-US" sz="2800" dirty="0" smtClean="0"/>
              <a:t>個</a:t>
            </a:r>
            <a:endParaRPr lang="en-US" altLang="ja-JP" sz="2800" dirty="0" smtClean="0"/>
          </a:p>
          <a:p>
            <a:r>
              <a:rPr lang="ja-JP" altLang="en-US" sz="2800" dirty="0" smtClean="0"/>
              <a:t>・出現する作物　カブ</a:t>
            </a:r>
            <a:endParaRPr lang="en-US" altLang="ja-JP" sz="2800" dirty="0"/>
          </a:p>
          <a:p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49062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強化パート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dirty="0" smtClean="0"/>
              <a:t>採取パートで得たお金を使ってパークを購入することができる</a:t>
            </a:r>
            <a:endParaRPr lang="en-US" altLang="ja-JP" dirty="0"/>
          </a:p>
          <a:p>
            <a:endParaRPr lang="en-US" altLang="ja-JP" dirty="0" smtClean="0"/>
          </a:p>
          <a:p>
            <a:r>
              <a:rPr lang="ja-JP" altLang="en-US" dirty="0" smtClean="0"/>
              <a:t>より価値のある作物や、作物の価値を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倍にするなど、さまざまなパークがある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 smtClean="0"/>
              <a:t>例</a:t>
            </a:r>
            <a:endParaRPr lang="en-US" altLang="ja-JP" dirty="0" smtClean="0"/>
          </a:p>
          <a:p>
            <a:r>
              <a:rPr lang="ja-JP" altLang="en-US" dirty="0" smtClean="0"/>
              <a:t>作物追加　ナス、トマト</a:t>
            </a:r>
            <a:endParaRPr lang="en-US" altLang="ja-JP" dirty="0" smtClean="0"/>
          </a:p>
          <a:p>
            <a:r>
              <a:rPr lang="ja-JP" altLang="en-US" dirty="0" smtClean="0"/>
              <a:t>制限時間</a:t>
            </a:r>
            <a:r>
              <a:rPr lang="en-US" altLang="ja-JP" dirty="0" smtClean="0"/>
              <a:t>+1/s</a:t>
            </a:r>
          </a:p>
          <a:p>
            <a:r>
              <a:rPr lang="ja-JP" altLang="en-US" dirty="0" smtClean="0"/>
              <a:t>作物の価値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</a:t>
            </a:r>
            <a:endParaRPr lang="en-US" altLang="ja-JP" dirty="0" smtClean="0"/>
          </a:p>
          <a:p>
            <a:r>
              <a:rPr lang="ja-JP" altLang="en-US" dirty="0" smtClean="0"/>
              <a:t>最大出現数</a:t>
            </a:r>
            <a:r>
              <a:rPr lang="en-US" altLang="ja-JP" dirty="0" smtClean="0"/>
              <a:t>+5</a:t>
            </a:r>
            <a:r>
              <a:rPr lang="ja-JP" altLang="en-US" dirty="0" smtClean="0"/>
              <a:t>　　など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0069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223</Words>
  <Application>Microsoft Office PowerPoint</Application>
  <PresentationFormat>ワイド画面</PresentationFormat>
  <Paragraphs>34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FarmLife</vt:lpstr>
      <vt:lpstr>ゲームの目的</vt:lpstr>
      <vt:lpstr>ゲームの大まかな動き</vt:lpstr>
      <vt:lpstr>採取パート</vt:lpstr>
      <vt:lpstr>強化パート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FarmLife</dc:title>
  <dc:creator>GA3</dc:creator>
  <cp:lastModifiedBy>GA3</cp:lastModifiedBy>
  <cp:revision>20</cp:revision>
  <dcterms:created xsi:type="dcterms:W3CDTF">2026-04-13T02:03:25Z</dcterms:created>
  <dcterms:modified xsi:type="dcterms:W3CDTF">2026-04-15T04:01:23Z</dcterms:modified>
</cp:coreProperties>
</file>